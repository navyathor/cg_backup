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091C-AE3E-4323-A9B5-BD3651E81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0E5A6-FF67-4351-8C32-CF63230B2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95864-F2F5-477C-B7BA-FFD1A813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96047-FF18-4306-8E3E-22A1D71D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E2E81-2D40-483E-A046-FB58EFE3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86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F342-D4AD-4F50-88BD-A5DA19D4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92F13-C463-436B-9237-6A5CB0B08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AD9A-0D44-4717-833E-1E49CEB9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D84B6-6483-4200-BDF5-B86A44BA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D2FD2-C9F3-4581-AEC9-7E87F813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42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9A83-BD88-4B8D-9AEC-87AF14B2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EA867-16CE-4C70-8B33-886DE6D80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1E1E1-9300-4FD4-B0C9-1A70BA17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1E20F-A14F-4388-8447-470B2899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D90DB-BFEA-4052-8689-E4B4E695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74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53E08-8290-4F0A-BA18-35725340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DB13B-A83D-4898-8B11-BA2B03E73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00681-851D-4012-96B1-7E8CED5A0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AB222-45C9-410A-868B-0D052FDD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2D525-0813-40ED-A197-5D44D5D5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AA3DB-B702-4423-8D18-CF4FCC68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68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251F-A3F9-46DF-A053-14F18265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CD51A-084F-44D6-8DDE-E8242FF6B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706FF-45A2-4D68-A48A-5F35D0B43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65A65-FE35-469E-A4ED-CE9F3E239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ADECD-8079-4093-8973-1A9F5ECD2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ADCEA-C3EC-4155-AC89-9D8846AB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B65EB4-29C3-4748-8446-180DA224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C379C-58ED-4147-8168-F8232282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95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153E-F001-4122-89A8-C24404D9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3A3A0-D827-480B-8322-0DE4F74D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9DA87-D786-4093-97DF-31A90193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D9BED-161A-412B-A6C2-AEE2181F1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43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39086-8DFD-4340-85C0-69AE8858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B53625-BE80-4C57-9597-2FDA16A2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54B6A-88D1-41F8-BB14-94E87E71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541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3C8-7C4A-42BF-8907-38B83D06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16577-1D40-4563-ADAA-8563E9651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84BFF-33A1-4FCF-957F-E189436D8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E117D-936C-4728-A8DB-606A29103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6A316-6FC0-43DE-8FC1-B3B88992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66F93-D243-4E12-9BA9-22AF64A4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24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CAAA-E223-4563-AE60-4117AFBE9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6C3ED-22FC-4EF0-B339-0CBE86C8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E95C1-87DC-4811-9593-A78097206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12379-1236-4734-8C40-0A076F44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FF338-2AA3-4680-AA59-C663E3E8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CE86C-B826-41D1-B76A-ADE6DB42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481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EA35-9AA8-4765-933A-255D23AB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69B57-CCD7-4390-B8AC-458BC0967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A6C3F-1446-4840-B13F-C407AADC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B4DA5-15A9-42F0-8C74-F9721474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09513-6138-4929-8712-7CF78AA9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2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6C378-7E76-4310-B0DA-7BF060170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A9599-1674-426E-B0D5-660CBA539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9A9DB-B8C2-4BBC-A675-17F0DF38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A9EF7-52DE-4025-A6AE-F7338D19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10ECE-EC3C-42DC-86AB-53494365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98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41D7A-6EA0-4C62-B4E5-852D7DFB0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1D972-AD59-4BF0-B26E-EB3413987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877A1-751A-47C1-A0B2-B2896A7A7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2012F-ED51-4BE0-812E-FBC9C4DE644D}" type="datetimeFigureOut">
              <a:rPr lang="en-IN" smtClean="0"/>
              <a:t>22-12-2022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7607B-5B2A-4FF1-8A0C-8C9240F3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8BC53-0767-440E-BAAA-4170CAA44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E9A02-2C82-4E92-97B7-2B25FE259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59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319426-8251-4283-A785-3D1BC6EB8E1C}"/>
              </a:ext>
            </a:extLst>
          </p:cNvPr>
          <p:cNvSpPr/>
          <p:nvPr/>
        </p:nvSpPr>
        <p:spPr>
          <a:xfrm>
            <a:off x="2609847" y="914399"/>
            <a:ext cx="7305675" cy="52768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1335F2-AD5E-4585-A831-34BB8CF47F5C}"/>
              </a:ext>
            </a:extLst>
          </p:cNvPr>
          <p:cNvSpPr/>
          <p:nvPr/>
        </p:nvSpPr>
        <p:spPr>
          <a:xfrm>
            <a:off x="3533775" y="2195512"/>
            <a:ext cx="1981200" cy="27146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E0100-F650-4405-9934-DCB4B81AEFD2}"/>
              </a:ext>
            </a:extLst>
          </p:cNvPr>
          <p:cNvSpPr/>
          <p:nvPr/>
        </p:nvSpPr>
        <p:spPr>
          <a:xfrm>
            <a:off x="6819900" y="2195512"/>
            <a:ext cx="1981200" cy="27146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73535AD-A61B-4D74-AA67-AEB4CBD963B9}"/>
              </a:ext>
            </a:extLst>
          </p:cNvPr>
          <p:cNvSpPr/>
          <p:nvPr/>
        </p:nvSpPr>
        <p:spPr>
          <a:xfrm>
            <a:off x="1304922" y="1700212"/>
            <a:ext cx="1304925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61911E1-6A5C-4E20-8D60-48EE2FFAF5EA}"/>
              </a:ext>
            </a:extLst>
          </p:cNvPr>
          <p:cNvSpPr/>
          <p:nvPr/>
        </p:nvSpPr>
        <p:spPr>
          <a:xfrm>
            <a:off x="1304923" y="3181350"/>
            <a:ext cx="1304925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B728AF2-1526-4ED0-823C-06F0194AD9FA}"/>
              </a:ext>
            </a:extLst>
          </p:cNvPr>
          <p:cNvSpPr/>
          <p:nvPr/>
        </p:nvSpPr>
        <p:spPr>
          <a:xfrm>
            <a:off x="1304923" y="4662488"/>
            <a:ext cx="1304925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29E83-00E4-4796-B354-B34CA1FDBA01}"/>
              </a:ext>
            </a:extLst>
          </p:cNvPr>
          <p:cNvSpPr txBox="1"/>
          <p:nvPr/>
        </p:nvSpPr>
        <p:spPr>
          <a:xfrm>
            <a:off x="1471609" y="1414461"/>
            <a:ext cx="97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BID Bus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AE0AC-743E-482A-BCF8-546E8F430F10}"/>
              </a:ext>
            </a:extLst>
          </p:cNvPr>
          <p:cNvSpPr txBox="1"/>
          <p:nvPr/>
        </p:nvSpPr>
        <p:spPr>
          <a:xfrm>
            <a:off x="1373981" y="2981325"/>
            <a:ext cx="180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Data Bus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3BFF4-A767-4311-B008-561482C96732}"/>
              </a:ext>
            </a:extLst>
          </p:cNvPr>
          <p:cNvSpPr txBox="1"/>
          <p:nvPr/>
        </p:nvSpPr>
        <p:spPr>
          <a:xfrm>
            <a:off x="1073944" y="4401621"/>
            <a:ext cx="1452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Reg map Bus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F08FCE-7364-46F0-AF82-F117D64AC612}"/>
              </a:ext>
            </a:extLst>
          </p:cNvPr>
          <p:cNvCxnSpPr/>
          <p:nvPr/>
        </p:nvCxnSpPr>
        <p:spPr>
          <a:xfrm>
            <a:off x="2609848" y="4910137"/>
            <a:ext cx="43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3E2D64-A73F-4AAF-847F-27D2EF8CC225}"/>
              </a:ext>
            </a:extLst>
          </p:cNvPr>
          <p:cNvCxnSpPr/>
          <p:nvPr/>
        </p:nvCxnSpPr>
        <p:spPr>
          <a:xfrm>
            <a:off x="3048000" y="4910137"/>
            <a:ext cx="0" cy="719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F1C3F6-CF85-4675-A41D-33F8E501F93C}"/>
              </a:ext>
            </a:extLst>
          </p:cNvPr>
          <p:cNvCxnSpPr/>
          <p:nvPr/>
        </p:nvCxnSpPr>
        <p:spPr>
          <a:xfrm>
            <a:off x="3048000" y="5629275"/>
            <a:ext cx="34575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64A66D-CBFD-4553-BB3F-FBEA03833084}"/>
              </a:ext>
            </a:extLst>
          </p:cNvPr>
          <p:cNvCxnSpPr>
            <a:cxnSpLocks/>
          </p:cNvCxnSpPr>
          <p:nvPr/>
        </p:nvCxnSpPr>
        <p:spPr>
          <a:xfrm flipV="1">
            <a:off x="6524625" y="4762500"/>
            <a:ext cx="0" cy="866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4DE4C8-7DB6-4842-AC8B-91306F43E0E6}"/>
              </a:ext>
            </a:extLst>
          </p:cNvPr>
          <p:cNvCxnSpPr/>
          <p:nvPr/>
        </p:nvCxnSpPr>
        <p:spPr>
          <a:xfrm>
            <a:off x="6505575" y="4770953"/>
            <a:ext cx="314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567CE3-2B99-4B59-AE1A-C0F007D78AE1}"/>
              </a:ext>
            </a:extLst>
          </p:cNvPr>
          <p:cNvCxnSpPr>
            <a:stCxn id="8" idx="3"/>
          </p:cNvCxnSpPr>
          <p:nvPr/>
        </p:nvCxnSpPr>
        <p:spPr>
          <a:xfrm>
            <a:off x="2609848" y="3429000"/>
            <a:ext cx="923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3075FF-D4E9-4A9F-9030-33291C5F249F}"/>
              </a:ext>
            </a:extLst>
          </p:cNvPr>
          <p:cNvCxnSpPr>
            <a:stCxn id="7" idx="3"/>
          </p:cNvCxnSpPr>
          <p:nvPr/>
        </p:nvCxnSpPr>
        <p:spPr>
          <a:xfrm>
            <a:off x="2609847" y="1947862"/>
            <a:ext cx="4381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9428886-E3A8-40A5-BE78-1E3E0C3AAA5C}"/>
              </a:ext>
            </a:extLst>
          </p:cNvPr>
          <p:cNvCxnSpPr/>
          <p:nvPr/>
        </p:nvCxnSpPr>
        <p:spPr>
          <a:xfrm>
            <a:off x="3048000" y="1947862"/>
            <a:ext cx="0" cy="795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9FCBF9B-602E-44F5-AAC6-9CE53B215821}"/>
              </a:ext>
            </a:extLst>
          </p:cNvPr>
          <p:cNvCxnSpPr/>
          <p:nvPr/>
        </p:nvCxnSpPr>
        <p:spPr>
          <a:xfrm>
            <a:off x="3048000" y="2743200"/>
            <a:ext cx="485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5BF8EF3-99B2-4B50-A226-D2AD8335A6B5}"/>
              </a:ext>
            </a:extLst>
          </p:cNvPr>
          <p:cNvCxnSpPr/>
          <p:nvPr/>
        </p:nvCxnSpPr>
        <p:spPr>
          <a:xfrm>
            <a:off x="5514974" y="2981325"/>
            <a:ext cx="1304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AEFA038-A8FA-4B43-B21C-6B24396953D3}"/>
              </a:ext>
            </a:extLst>
          </p:cNvPr>
          <p:cNvCxnSpPr/>
          <p:nvPr/>
        </p:nvCxnSpPr>
        <p:spPr>
          <a:xfrm>
            <a:off x="5514974" y="3971925"/>
            <a:ext cx="1304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BB0D9F2-8CA6-4740-9008-22699F679A9D}"/>
              </a:ext>
            </a:extLst>
          </p:cNvPr>
          <p:cNvSpPr txBox="1"/>
          <p:nvPr/>
        </p:nvSpPr>
        <p:spPr>
          <a:xfrm>
            <a:off x="4119561" y="3368158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DSPU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3E4059-0F8C-4A6A-8E7C-DCCD12354009}"/>
              </a:ext>
            </a:extLst>
          </p:cNvPr>
          <p:cNvSpPr txBox="1"/>
          <p:nvPr/>
        </p:nvSpPr>
        <p:spPr>
          <a:xfrm>
            <a:off x="7322340" y="3368158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MAC Top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82F908-94D3-465F-8E55-7315B9F0D60D}"/>
              </a:ext>
            </a:extLst>
          </p:cNvPr>
          <p:cNvSpPr txBox="1"/>
          <p:nvPr/>
        </p:nvSpPr>
        <p:spPr>
          <a:xfrm>
            <a:off x="6096000" y="6429907"/>
            <a:ext cx="311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DL TOP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1EBB1F53-D3AB-4511-BF0B-69C801ABB686}"/>
              </a:ext>
            </a:extLst>
          </p:cNvPr>
          <p:cNvSpPr/>
          <p:nvPr/>
        </p:nvSpPr>
        <p:spPr>
          <a:xfrm>
            <a:off x="9915521" y="2543175"/>
            <a:ext cx="1304925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60B9AA7-4D63-4FAF-A6AB-B6A48836B3B1}"/>
              </a:ext>
            </a:extLst>
          </p:cNvPr>
          <p:cNvSpPr/>
          <p:nvPr/>
        </p:nvSpPr>
        <p:spPr>
          <a:xfrm>
            <a:off x="9915519" y="4284641"/>
            <a:ext cx="1304925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116ED78-0A8A-4DDC-A252-0D80F2786279}"/>
              </a:ext>
            </a:extLst>
          </p:cNvPr>
          <p:cNvCxnSpPr/>
          <p:nvPr/>
        </p:nvCxnSpPr>
        <p:spPr>
          <a:xfrm>
            <a:off x="8801100" y="2886075"/>
            <a:ext cx="11144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0F7F967-B829-41C3-AC7C-7B85FFA84F27}"/>
              </a:ext>
            </a:extLst>
          </p:cNvPr>
          <p:cNvCxnSpPr/>
          <p:nvPr/>
        </p:nvCxnSpPr>
        <p:spPr>
          <a:xfrm>
            <a:off x="8801099" y="4532291"/>
            <a:ext cx="11144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9FA1707-367A-4293-8121-7DEA2A63040A}"/>
              </a:ext>
            </a:extLst>
          </p:cNvPr>
          <p:cNvSpPr txBox="1"/>
          <p:nvPr/>
        </p:nvSpPr>
        <p:spPr>
          <a:xfrm>
            <a:off x="8741565" y="2508230"/>
            <a:ext cx="1326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err="1"/>
              <a:t>mac_out_data</a:t>
            </a:r>
            <a:endParaRPr lang="en-IN" sz="1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2C4C47-F6B9-4309-BEF4-E5BBF9265054}"/>
              </a:ext>
            </a:extLst>
          </p:cNvPr>
          <p:cNvSpPr txBox="1"/>
          <p:nvPr/>
        </p:nvSpPr>
        <p:spPr>
          <a:xfrm>
            <a:off x="8741565" y="4139744"/>
            <a:ext cx="1688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err="1"/>
              <a:t>mac_out_data</a:t>
            </a:r>
            <a:endParaRPr lang="en-IN" sz="14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E95566-3EE7-4B17-A2E7-4DA06239B2A3}"/>
              </a:ext>
            </a:extLst>
          </p:cNvPr>
          <p:cNvSpPr txBox="1"/>
          <p:nvPr/>
        </p:nvSpPr>
        <p:spPr>
          <a:xfrm>
            <a:off x="9911358" y="2169676"/>
            <a:ext cx="1856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err="1"/>
              <a:t>au_out_data</a:t>
            </a:r>
            <a:endParaRPr lang="en-IN" sz="16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70A41E-24FD-4663-B259-8449F2ECDE21}"/>
              </a:ext>
            </a:extLst>
          </p:cNvPr>
          <p:cNvSpPr txBox="1"/>
          <p:nvPr/>
        </p:nvSpPr>
        <p:spPr>
          <a:xfrm>
            <a:off x="9939929" y="4006870"/>
            <a:ext cx="1856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err="1"/>
              <a:t>au_out_data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9625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443D8A-D3F2-4F29-8E8F-D60206093272}"/>
              </a:ext>
            </a:extLst>
          </p:cNvPr>
          <p:cNvSpPr/>
          <p:nvPr/>
        </p:nvSpPr>
        <p:spPr>
          <a:xfrm>
            <a:off x="1602769" y="1448656"/>
            <a:ext cx="2116476" cy="19803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DSPU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D4BD89-BA85-4718-BA4E-2CB5E83E239A}"/>
              </a:ext>
            </a:extLst>
          </p:cNvPr>
          <p:cNvSpPr/>
          <p:nvPr/>
        </p:nvSpPr>
        <p:spPr>
          <a:xfrm>
            <a:off x="8053228" y="1448656"/>
            <a:ext cx="2116476" cy="19803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MAC 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695D0D-1BF8-440A-BEFE-C361DAEC3797}"/>
              </a:ext>
            </a:extLst>
          </p:cNvPr>
          <p:cNvSpPr/>
          <p:nvPr/>
        </p:nvSpPr>
        <p:spPr>
          <a:xfrm>
            <a:off x="1602770" y="4926458"/>
            <a:ext cx="2116475" cy="9657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 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2B7A6-0288-4734-97EE-57F7BB91A478}"/>
              </a:ext>
            </a:extLst>
          </p:cNvPr>
          <p:cNvSpPr/>
          <p:nvPr/>
        </p:nvSpPr>
        <p:spPr>
          <a:xfrm>
            <a:off x="8053229" y="4926458"/>
            <a:ext cx="2116476" cy="9657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Framer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9159E55-26DA-4F1E-BC96-C5575698A3B4}"/>
              </a:ext>
            </a:extLst>
          </p:cNvPr>
          <p:cNvSpPr/>
          <p:nvPr/>
        </p:nvSpPr>
        <p:spPr>
          <a:xfrm>
            <a:off x="349321" y="1803971"/>
            <a:ext cx="1253448" cy="359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09F027B-A96C-4699-84E9-D6BE8FA6E752}"/>
              </a:ext>
            </a:extLst>
          </p:cNvPr>
          <p:cNvSpPr/>
          <p:nvPr/>
        </p:nvSpPr>
        <p:spPr>
          <a:xfrm>
            <a:off x="349321" y="2732497"/>
            <a:ext cx="1253448" cy="359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EA734EF-0042-4B79-8933-A5194A36957B}"/>
              </a:ext>
            </a:extLst>
          </p:cNvPr>
          <p:cNvSpPr/>
          <p:nvPr/>
        </p:nvSpPr>
        <p:spPr>
          <a:xfrm>
            <a:off x="349321" y="5229545"/>
            <a:ext cx="1253448" cy="359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E64754-870D-48F6-A01F-F52E6C1A80E2}"/>
              </a:ext>
            </a:extLst>
          </p:cNvPr>
          <p:cNvCxnSpPr/>
          <p:nvPr/>
        </p:nvCxnSpPr>
        <p:spPr>
          <a:xfrm>
            <a:off x="3719245" y="2085654"/>
            <a:ext cx="4333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F8508F-491F-455C-A60D-C373285B0903}"/>
              </a:ext>
            </a:extLst>
          </p:cNvPr>
          <p:cNvCxnSpPr/>
          <p:nvPr/>
        </p:nvCxnSpPr>
        <p:spPr>
          <a:xfrm>
            <a:off x="3719245" y="2912294"/>
            <a:ext cx="2578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5AF0B03-1005-4DBB-AB5D-5D5524A783BB}"/>
              </a:ext>
            </a:extLst>
          </p:cNvPr>
          <p:cNvCxnSpPr/>
          <p:nvPr/>
        </p:nvCxnSpPr>
        <p:spPr>
          <a:xfrm>
            <a:off x="6298058" y="2912294"/>
            <a:ext cx="0" cy="2183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F59C0E-8030-49DB-B15C-5FC1558151DB}"/>
              </a:ext>
            </a:extLst>
          </p:cNvPr>
          <p:cNvCxnSpPr/>
          <p:nvPr/>
        </p:nvCxnSpPr>
        <p:spPr>
          <a:xfrm>
            <a:off x="6298058" y="5095982"/>
            <a:ext cx="17551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C23E63-B51A-457A-9186-C321E6A29C9E}"/>
              </a:ext>
            </a:extLst>
          </p:cNvPr>
          <p:cNvCxnSpPr/>
          <p:nvPr/>
        </p:nvCxnSpPr>
        <p:spPr>
          <a:xfrm>
            <a:off x="3719245" y="5671335"/>
            <a:ext cx="4333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0E32BF-962C-45A2-8E8C-6514EF415313}"/>
              </a:ext>
            </a:extLst>
          </p:cNvPr>
          <p:cNvCxnSpPr/>
          <p:nvPr/>
        </p:nvCxnSpPr>
        <p:spPr>
          <a:xfrm>
            <a:off x="10169704" y="5095982"/>
            <a:ext cx="24829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7D33CC-F3BF-4B64-AF30-A303EF1BE674}"/>
              </a:ext>
            </a:extLst>
          </p:cNvPr>
          <p:cNvCxnSpPr/>
          <p:nvPr/>
        </p:nvCxnSpPr>
        <p:spPr>
          <a:xfrm flipV="1">
            <a:off x="10428270" y="4433299"/>
            <a:ext cx="0" cy="6780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142733-F657-49C5-924B-B0A3CEB004CB}"/>
              </a:ext>
            </a:extLst>
          </p:cNvPr>
          <p:cNvCxnSpPr/>
          <p:nvPr/>
        </p:nvCxnSpPr>
        <p:spPr>
          <a:xfrm flipH="1">
            <a:off x="2661007" y="4433299"/>
            <a:ext cx="776726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E31759B-2954-4D73-B0CB-247461069045}"/>
              </a:ext>
            </a:extLst>
          </p:cNvPr>
          <p:cNvCxnSpPr>
            <a:endCxn id="4" idx="2"/>
          </p:cNvCxnSpPr>
          <p:nvPr/>
        </p:nvCxnSpPr>
        <p:spPr>
          <a:xfrm flipV="1">
            <a:off x="2661007" y="3429000"/>
            <a:ext cx="0" cy="1004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F3473AC-FB85-47FF-8B6E-EBF65D2A1DC5}"/>
              </a:ext>
            </a:extLst>
          </p:cNvPr>
          <p:cNvCxnSpPr/>
          <p:nvPr/>
        </p:nvCxnSpPr>
        <p:spPr>
          <a:xfrm>
            <a:off x="10169704" y="5671335"/>
            <a:ext cx="67980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E1BC17D-736A-493F-8ACF-3ECABF84470E}"/>
              </a:ext>
            </a:extLst>
          </p:cNvPr>
          <p:cNvCxnSpPr/>
          <p:nvPr/>
        </p:nvCxnSpPr>
        <p:spPr>
          <a:xfrm flipV="1">
            <a:off x="10859785" y="3931149"/>
            <a:ext cx="0" cy="17401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D97512-49CC-4D66-8C41-16D215A962BC}"/>
              </a:ext>
            </a:extLst>
          </p:cNvPr>
          <p:cNvCxnSpPr/>
          <p:nvPr/>
        </p:nvCxnSpPr>
        <p:spPr>
          <a:xfrm flipH="1">
            <a:off x="9111466" y="3931149"/>
            <a:ext cx="173804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64CD659-AE52-4B86-9071-A8AC1BDD3A06}"/>
              </a:ext>
            </a:extLst>
          </p:cNvPr>
          <p:cNvCxnSpPr>
            <a:endCxn id="6" idx="2"/>
          </p:cNvCxnSpPr>
          <p:nvPr/>
        </p:nvCxnSpPr>
        <p:spPr>
          <a:xfrm flipV="1">
            <a:off x="9111466" y="3429000"/>
            <a:ext cx="0" cy="502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CE2497-987D-4356-99AC-9A9562C658FC}"/>
              </a:ext>
            </a:extLst>
          </p:cNvPr>
          <p:cNvCxnSpPr/>
          <p:nvPr/>
        </p:nvCxnSpPr>
        <p:spPr>
          <a:xfrm>
            <a:off x="6298058" y="6390526"/>
            <a:ext cx="28151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8C3F8DB-B542-49EE-A072-5989CB55FC66}"/>
              </a:ext>
            </a:extLst>
          </p:cNvPr>
          <p:cNvCxnSpPr>
            <a:endCxn id="8" idx="2"/>
          </p:cNvCxnSpPr>
          <p:nvPr/>
        </p:nvCxnSpPr>
        <p:spPr>
          <a:xfrm flipV="1">
            <a:off x="9111466" y="5892229"/>
            <a:ext cx="1" cy="508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ABC4EA8-7484-468D-AED5-B6C26E1F8576}"/>
              </a:ext>
            </a:extLst>
          </p:cNvPr>
          <p:cNvSpPr txBox="1"/>
          <p:nvPr/>
        </p:nvSpPr>
        <p:spPr>
          <a:xfrm>
            <a:off x="6217579" y="5994700"/>
            <a:ext cx="192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next frame pulse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8DCAAB-D888-40B8-B88D-BEB944727748}"/>
              </a:ext>
            </a:extLst>
          </p:cNvPr>
          <p:cNvSpPr txBox="1"/>
          <p:nvPr/>
        </p:nvSpPr>
        <p:spPr>
          <a:xfrm>
            <a:off x="349321" y="1530200"/>
            <a:ext cx="108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BID Bus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498A72-AD44-47EC-98D9-D93B08BDD5BC}"/>
              </a:ext>
            </a:extLst>
          </p:cNvPr>
          <p:cNvSpPr txBox="1"/>
          <p:nvPr/>
        </p:nvSpPr>
        <p:spPr>
          <a:xfrm>
            <a:off x="349321" y="2448989"/>
            <a:ext cx="100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Bus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DB14A7-D29F-450D-B0A4-F88E4530A746}"/>
              </a:ext>
            </a:extLst>
          </p:cNvPr>
          <p:cNvSpPr txBox="1"/>
          <p:nvPr/>
        </p:nvSpPr>
        <p:spPr>
          <a:xfrm>
            <a:off x="160106" y="4916181"/>
            <a:ext cx="163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Reg Map Bus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E77C99-BBA2-4E03-A39A-F5131C1E22CA}"/>
              </a:ext>
            </a:extLst>
          </p:cNvPr>
          <p:cNvCxnSpPr/>
          <p:nvPr/>
        </p:nvCxnSpPr>
        <p:spPr>
          <a:xfrm>
            <a:off x="10169704" y="2085654"/>
            <a:ext cx="1029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8DE080-02D2-4C0B-A7B1-A265B449F2D2}"/>
              </a:ext>
            </a:extLst>
          </p:cNvPr>
          <p:cNvSpPr txBox="1"/>
          <p:nvPr/>
        </p:nvSpPr>
        <p:spPr>
          <a:xfrm>
            <a:off x="10111483" y="1650670"/>
            <a:ext cx="1496603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mac out data</a:t>
            </a:r>
          </a:p>
        </p:txBody>
      </p:sp>
    </p:spTree>
    <p:extLst>
      <p:ext uri="{BB962C8B-B14F-4D97-AF65-F5344CB8AC3E}">
        <p14:creationId xmlns:p14="http://schemas.microsoft.com/office/powerpoint/2010/main" val="3225844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51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Raju, Jidugu Prudhvi</dc:creator>
  <cp:lastModifiedBy>Raju, Jidugu Prudhvi</cp:lastModifiedBy>
  <cp:revision>2</cp:revision>
  <dcterms:created xsi:type="dcterms:W3CDTF">2022-09-26T08:30:39Z</dcterms:created>
  <dcterms:modified xsi:type="dcterms:W3CDTF">2022-12-22T04:09:35Z</dcterms:modified>
</cp:coreProperties>
</file>