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406" r:id="rId3"/>
    <p:sldId id="408" r:id="rId4"/>
    <p:sldId id="366" r:id="rId5"/>
    <p:sldId id="569" r:id="rId6"/>
    <p:sldId id="570" r:id="rId7"/>
    <p:sldId id="571" r:id="rId8"/>
    <p:sldId id="364" r:id="rId9"/>
    <p:sldId id="367" r:id="rId10"/>
    <p:sldId id="368" r:id="rId11"/>
    <p:sldId id="407" r:id="rId12"/>
    <p:sldId id="345" r:id="rId13"/>
    <p:sldId id="733" r:id="rId14"/>
    <p:sldId id="734" r:id="rId15"/>
    <p:sldId id="340" r:id="rId16"/>
    <p:sldId id="341" r:id="rId17"/>
    <p:sldId id="296" r:id="rId18"/>
    <p:sldId id="315" r:id="rId19"/>
    <p:sldId id="297" r:id="rId20"/>
    <p:sldId id="313" r:id="rId21"/>
    <p:sldId id="298" r:id="rId22"/>
    <p:sldId id="356" r:id="rId23"/>
    <p:sldId id="502" r:id="rId24"/>
    <p:sldId id="503" r:id="rId25"/>
    <p:sldId id="504" r:id="rId26"/>
    <p:sldId id="544" r:id="rId27"/>
    <p:sldId id="511" r:id="rId28"/>
    <p:sldId id="545" r:id="rId29"/>
    <p:sldId id="546" r:id="rId30"/>
    <p:sldId id="547" r:id="rId31"/>
    <p:sldId id="347" r:id="rId32"/>
    <p:sldId id="348" r:id="rId33"/>
    <p:sldId id="350" r:id="rId34"/>
    <p:sldId id="349" r:id="rId35"/>
    <p:sldId id="351" r:id="rId36"/>
    <p:sldId id="372" r:id="rId37"/>
    <p:sldId id="352" r:id="rId38"/>
    <p:sldId id="353" r:id="rId39"/>
    <p:sldId id="354" r:id="rId40"/>
    <p:sldId id="355" r:id="rId41"/>
    <p:sldId id="572" r:id="rId42"/>
  </p:sldIdLst>
  <p:sldSz cx="9144000" cy="5143500" type="screen16x9"/>
  <p:notesSz cx="6858000" cy="9144000"/>
  <p:embeddedFontLst>
    <p:embeddedFont>
      <p:font typeface="Algerian" pitchFamily="82" charset="0"/>
      <p:regular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Lato" panose="020F0502020204030203" pitchFamily="34" charset="0"/>
      <p:regular r:id="rId49"/>
    </p:embeddedFont>
    <p:embeddedFont>
      <p:font typeface="Raleway" pitchFamily="2" charset="0"/>
      <p:regular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2C3280"/>
    <a:srgbClr val="C90DB3"/>
    <a:srgbClr val="8B255F"/>
    <a:srgbClr val="0000FF"/>
    <a:srgbClr val="A20000"/>
    <a:srgbClr val="08054B"/>
    <a:srgbClr val="923400"/>
    <a:srgbClr val="66FF66"/>
    <a:srgbClr val="2B32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49" autoAdjust="0"/>
    <p:restoredTop sz="94660"/>
  </p:normalViewPr>
  <p:slideViewPr>
    <p:cSldViewPr snapToGrid="0">
      <p:cViewPr>
        <p:scale>
          <a:sx n="125" d="100"/>
          <a:sy n="125" d="100"/>
        </p:scale>
        <p:origin x="-264" y="0"/>
      </p:cViewPr>
      <p:guideLst>
        <p:guide orient="horz" pos="1620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font" Target="fonts/font4.fntdata" /><Relationship Id="rId50" Type="http://schemas.openxmlformats.org/officeDocument/2006/relationships/font" Target="fonts/font7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54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font" Target="fonts/font2.fntdata" /><Relationship Id="rId53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font" Target="fonts/font6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font" Target="fonts/font1.fntdata" /><Relationship Id="rId52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notesMaster" Target="notesMasters/notesMaster1.xml" /><Relationship Id="rId48" Type="http://schemas.openxmlformats.org/officeDocument/2006/relationships/font" Target="fonts/font5.fntdata" /><Relationship Id="rId8" Type="http://schemas.openxmlformats.org/officeDocument/2006/relationships/slide" Target="slides/slide7.xml" /><Relationship Id="rId51" Type="http://schemas.openxmlformats.org/officeDocument/2006/relationships/presProps" Target="presProps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02150B-8850-4FA2-8F64-7584C89EF62D}" type="doc">
      <dgm:prSet loTypeId="urn:microsoft.com/office/officeart/2005/8/layout/hierarchy1#1" loCatId="hierarchy" qsTypeId="urn:microsoft.com/office/officeart/2005/8/quickstyle/3d2#1" qsCatId="3D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74112505-81E1-4822-8574-2D7FD465BBEA}">
      <dgm:prSet phldrT="[Text]"/>
      <dgm:spPr/>
      <dgm:t>
        <a:bodyPr/>
        <a:lstStyle/>
        <a:p>
          <a:r>
            <a:rPr lang="en-US" b="1" dirty="0"/>
            <a:t>Memory</a:t>
          </a:r>
          <a:endParaRPr lang="en-IN" b="1" dirty="0"/>
        </a:p>
      </dgm:t>
    </dgm:pt>
    <dgm:pt modelId="{FDF5F0CC-671B-4C97-BB6E-6275D91B310A}" type="parTrans" cxnId="{45F899A0-60CB-48FF-AA06-69A1B57B8316}">
      <dgm:prSet/>
      <dgm:spPr/>
      <dgm:t>
        <a:bodyPr/>
        <a:lstStyle/>
        <a:p>
          <a:endParaRPr lang="en-IN" b="1"/>
        </a:p>
      </dgm:t>
    </dgm:pt>
    <dgm:pt modelId="{0AE7D8CF-37C3-4549-8D18-C0338BB2B694}" type="sibTrans" cxnId="{45F899A0-60CB-48FF-AA06-69A1B57B8316}">
      <dgm:prSet/>
      <dgm:spPr/>
      <dgm:t>
        <a:bodyPr/>
        <a:lstStyle/>
        <a:p>
          <a:endParaRPr lang="en-IN" b="1"/>
        </a:p>
      </dgm:t>
    </dgm:pt>
    <dgm:pt modelId="{E9B93B09-3D37-4C6E-B132-E16269322C73}">
      <dgm:prSet phldrT="[Text]"/>
      <dgm:spPr/>
      <dgm:t>
        <a:bodyPr/>
        <a:lstStyle/>
        <a:p>
          <a:r>
            <a:rPr lang="en-US" b="1" dirty="0"/>
            <a:t>RAM</a:t>
          </a:r>
          <a:endParaRPr lang="en-IN" b="1" dirty="0"/>
        </a:p>
      </dgm:t>
    </dgm:pt>
    <dgm:pt modelId="{2E5CCE54-8B2A-46C2-9951-6994FE2BC5F4}" type="parTrans" cxnId="{6FB590DB-1203-468E-A33B-55B7FBAE4AF5}">
      <dgm:prSet/>
      <dgm:spPr/>
      <dgm:t>
        <a:bodyPr/>
        <a:lstStyle/>
        <a:p>
          <a:endParaRPr lang="en-IN" b="1"/>
        </a:p>
      </dgm:t>
    </dgm:pt>
    <dgm:pt modelId="{F160E2F8-979A-44BF-A61B-B063E3EE4109}" type="sibTrans" cxnId="{6FB590DB-1203-468E-A33B-55B7FBAE4AF5}">
      <dgm:prSet/>
      <dgm:spPr/>
      <dgm:t>
        <a:bodyPr/>
        <a:lstStyle/>
        <a:p>
          <a:endParaRPr lang="en-IN" b="1"/>
        </a:p>
      </dgm:t>
    </dgm:pt>
    <dgm:pt modelId="{2CBA1E6B-40E4-4746-8565-D4F95ADFCA60}">
      <dgm:prSet phldrT="[Text]"/>
      <dgm:spPr/>
      <dgm:t>
        <a:bodyPr/>
        <a:lstStyle/>
        <a:p>
          <a:r>
            <a:rPr lang="en-US" b="1" dirty="0"/>
            <a:t>DRAM</a:t>
          </a:r>
          <a:endParaRPr lang="en-IN" b="1" dirty="0"/>
        </a:p>
      </dgm:t>
    </dgm:pt>
    <dgm:pt modelId="{1FF29A95-57DA-4610-AE43-2DD4F1D8F8D4}" type="parTrans" cxnId="{B6CB8BFC-601B-4462-9B4D-98289DF590B4}">
      <dgm:prSet/>
      <dgm:spPr/>
      <dgm:t>
        <a:bodyPr/>
        <a:lstStyle/>
        <a:p>
          <a:endParaRPr lang="en-IN" b="1"/>
        </a:p>
      </dgm:t>
    </dgm:pt>
    <dgm:pt modelId="{3BE4C5D6-5C65-4844-A968-B60C5265337B}" type="sibTrans" cxnId="{B6CB8BFC-601B-4462-9B4D-98289DF590B4}">
      <dgm:prSet/>
      <dgm:spPr/>
      <dgm:t>
        <a:bodyPr/>
        <a:lstStyle/>
        <a:p>
          <a:endParaRPr lang="en-IN" b="1"/>
        </a:p>
      </dgm:t>
    </dgm:pt>
    <dgm:pt modelId="{75C9D206-5D9B-4553-B120-1FFFC00C5251}">
      <dgm:prSet phldrT="[Text]"/>
      <dgm:spPr/>
      <dgm:t>
        <a:bodyPr/>
        <a:lstStyle/>
        <a:p>
          <a:r>
            <a:rPr lang="en-US" b="1" dirty="0"/>
            <a:t>SRAM</a:t>
          </a:r>
          <a:endParaRPr lang="en-IN" b="1" dirty="0"/>
        </a:p>
      </dgm:t>
    </dgm:pt>
    <dgm:pt modelId="{BAD7BA04-787E-457C-85C6-0466EC95E92C}" type="parTrans" cxnId="{EB2899D8-F67B-4797-9AE0-B3735D50C2E6}">
      <dgm:prSet/>
      <dgm:spPr/>
      <dgm:t>
        <a:bodyPr/>
        <a:lstStyle/>
        <a:p>
          <a:endParaRPr lang="en-IN" b="1"/>
        </a:p>
      </dgm:t>
    </dgm:pt>
    <dgm:pt modelId="{A2AD8E41-3D08-4E5A-99C4-9EB1FD323B1C}" type="sibTrans" cxnId="{EB2899D8-F67B-4797-9AE0-B3735D50C2E6}">
      <dgm:prSet/>
      <dgm:spPr/>
      <dgm:t>
        <a:bodyPr/>
        <a:lstStyle/>
        <a:p>
          <a:endParaRPr lang="en-IN" b="1"/>
        </a:p>
      </dgm:t>
    </dgm:pt>
    <dgm:pt modelId="{4C43EC1B-9572-4ED1-94E3-38EB6D93B30C}">
      <dgm:prSet phldrT="[Text]"/>
      <dgm:spPr/>
      <dgm:t>
        <a:bodyPr/>
        <a:lstStyle/>
        <a:p>
          <a:r>
            <a:rPr lang="en-US" b="1" dirty="0"/>
            <a:t>Hybrid</a:t>
          </a:r>
          <a:endParaRPr lang="en-IN" b="1" dirty="0"/>
        </a:p>
      </dgm:t>
    </dgm:pt>
    <dgm:pt modelId="{68420319-91A5-4884-8066-2CBC6BFFBEC5}" type="parTrans" cxnId="{1F74458E-FE01-4315-86A0-A3CCC7853472}">
      <dgm:prSet/>
      <dgm:spPr/>
      <dgm:t>
        <a:bodyPr/>
        <a:lstStyle/>
        <a:p>
          <a:endParaRPr lang="en-IN" b="1"/>
        </a:p>
      </dgm:t>
    </dgm:pt>
    <dgm:pt modelId="{C6264B4F-85A4-454B-8D05-2A71AD98A26F}" type="sibTrans" cxnId="{1F74458E-FE01-4315-86A0-A3CCC7853472}">
      <dgm:prSet/>
      <dgm:spPr/>
      <dgm:t>
        <a:bodyPr/>
        <a:lstStyle/>
        <a:p>
          <a:endParaRPr lang="en-IN" b="1"/>
        </a:p>
      </dgm:t>
    </dgm:pt>
    <dgm:pt modelId="{28D0049F-E1EC-44E5-81A0-0183DB0FCEF3}">
      <dgm:prSet phldrT="[Text]"/>
      <dgm:spPr/>
      <dgm:t>
        <a:bodyPr/>
        <a:lstStyle/>
        <a:p>
          <a:r>
            <a:rPr lang="en-US" b="1" dirty="0"/>
            <a:t>NVRAM</a:t>
          </a:r>
          <a:endParaRPr lang="en-IN" b="1" dirty="0"/>
        </a:p>
      </dgm:t>
    </dgm:pt>
    <dgm:pt modelId="{8E4B5BC5-FC9F-4FA8-92F9-EAFDA096AF2F}" type="parTrans" cxnId="{FC4EE3BF-ED2B-40E8-8997-6C40CE165954}">
      <dgm:prSet/>
      <dgm:spPr/>
      <dgm:t>
        <a:bodyPr/>
        <a:lstStyle/>
        <a:p>
          <a:endParaRPr lang="en-IN" b="1"/>
        </a:p>
      </dgm:t>
    </dgm:pt>
    <dgm:pt modelId="{3AF63397-24E0-4B1E-BFA1-EFDAF6ECA631}" type="sibTrans" cxnId="{FC4EE3BF-ED2B-40E8-8997-6C40CE165954}">
      <dgm:prSet/>
      <dgm:spPr/>
      <dgm:t>
        <a:bodyPr/>
        <a:lstStyle/>
        <a:p>
          <a:endParaRPr lang="en-IN" b="1"/>
        </a:p>
      </dgm:t>
    </dgm:pt>
    <dgm:pt modelId="{54E82AC6-FEDC-4AA8-924C-3802521B9095}">
      <dgm:prSet phldrT="[Text]"/>
      <dgm:spPr/>
      <dgm:t>
        <a:bodyPr/>
        <a:lstStyle/>
        <a:p>
          <a:r>
            <a:rPr lang="en-US" b="1" dirty="0"/>
            <a:t>FLASH</a:t>
          </a:r>
          <a:endParaRPr lang="en-IN" b="1" dirty="0"/>
        </a:p>
      </dgm:t>
    </dgm:pt>
    <dgm:pt modelId="{2A02A3C9-3D74-41EC-911A-1CD394A3008B}" type="parTrans" cxnId="{8AE4FBDD-709E-4179-9AB2-6BEB4417DD47}">
      <dgm:prSet/>
      <dgm:spPr/>
      <dgm:t>
        <a:bodyPr/>
        <a:lstStyle/>
        <a:p>
          <a:endParaRPr lang="en-IN" b="1"/>
        </a:p>
      </dgm:t>
    </dgm:pt>
    <dgm:pt modelId="{19323FB4-A641-4AA5-9356-211D73B77EE2}" type="sibTrans" cxnId="{8AE4FBDD-709E-4179-9AB2-6BEB4417DD47}">
      <dgm:prSet/>
      <dgm:spPr/>
      <dgm:t>
        <a:bodyPr/>
        <a:lstStyle/>
        <a:p>
          <a:endParaRPr lang="en-IN" b="1"/>
        </a:p>
      </dgm:t>
    </dgm:pt>
    <dgm:pt modelId="{01D6D38C-C7B3-4554-8ED1-82CA0291414A}">
      <dgm:prSet phldrT="[Text]"/>
      <dgm:spPr/>
      <dgm:t>
        <a:bodyPr/>
        <a:lstStyle/>
        <a:p>
          <a:r>
            <a:rPr lang="en-US" b="1" dirty="0"/>
            <a:t>EEPROM</a:t>
          </a:r>
          <a:endParaRPr lang="en-IN" b="1" dirty="0"/>
        </a:p>
      </dgm:t>
    </dgm:pt>
    <dgm:pt modelId="{3E5EB03D-88C3-4A99-AB9E-74FE55645912}" type="parTrans" cxnId="{3AE2C870-0897-478A-895B-59BD7B364A92}">
      <dgm:prSet/>
      <dgm:spPr/>
      <dgm:t>
        <a:bodyPr/>
        <a:lstStyle/>
        <a:p>
          <a:endParaRPr lang="en-IN" b="1"/>
        </a:p>
      </dgm:t>
    </dgm:pt>
    <dgm:pt modelId="{36A623E1-5BAF-49AF-BC74-F5E6C215C331}" type="sibTrans" cxnId="{3AE2C870-0897-478A-895B-59BD7B364A92}">
      <dgm:prSet/>
      <dgm:spPr/>
      <dgm:t>
        <a:bodyPr/>
        <a:lstStyle/>
        <a:p>
          <a:endParaRPr lang="en-IN" b="1"/>
        </a:p>
      </dgm:t>
    </dgm:pt>
    <dgm:pt modelId="{27E50CD2-64ED-404E-8CCD-51E3484EDCF0}">
      <dgm:prSet phldrT="[Text]"/>
      <dgm:spPr/>
      <dgm:t>
        <a:bodyPr/>
        <a:lstStyle/>
        <a:p>
          <a:r>
            <a:rPr lang="en-US" b="1" dirty="0"/>
            <a:t>ROM</a:t>
          </a:r>
          <a:endParaRPr lang="en-IN" b="1" dirty="0"/>
        </a:p>
      </dgm:t>
    </dgm:pt>
    <dgm:pt modelId="{3D072B0E-10D9-4E7A-8B54-91D8D1EDBA9A}" type="parTrans" cxnId="{E3DA571F-6BD1-4434-AB51-D6ECE6C5DF97}">
      <dgm:prSet/>
      <dgm:spPr/>
      <dgm:t>
        <a:bodyPr/>
        <a:lstStyle/>
        <a:p>
          <a:endParaRPr lang="en-IN" b="1"/>
        </a:p>
      </dgm:t>
    </dgm:pt>
    <dgm:pt modelId="{EB50A33D-2B0B-42A5-89BB-A2DB45968FD4}" type="sibTrans" cxnId="{E3DA571F-6BD1-4434-AB51-D6ECE6C5DF97}">
      <dgm:prSet/>
      <dgm:spPr/>
      <dgm:t>
        <a:bodyPr/>
        <a:lstStyle/>
        <a:p>
          <a:endParaRPr lang="en-IN" b="1"/>
        </a:p>
      </dgm:t>
    </dgm:pt>
    <dgm:pt modelId="{A1EC54A3-46B2-41DE-B8F9-2D4A3DD2A42A}">
      <dgm:prSet phldrT="[Text]"/>
      <dgm:spPr/>
      <dgm:t>
        <a:bodyPr/>
        <a:lstStyle/>
        <a:p>
          <a:r>
            <a:rPr lang="en-US" b="1" dirty="0"/>
            <a:t>EPROM</a:t>
          </a:r>
          <a:endParaRPr lang="en-IN" b="1" dirty="0"/>
        </a:p>
      </dgm:t>
    </dgm:pt>
    <dgm:pt modelId="{8000BB1F-3DD3-4D54-98D1-4728B028AAA8}" type="parTrans" cxnId="{552F735B-1FEA-4D3D-A156-0CA4C8A0DD26}">
      <dgm:prSet/>
      <dgm:spPr/>
      <dgm:t>
        <a:bodyPr/>
        <a:lstStyle/>
        <a:p>
          <a:endParaRPr lang="en-IN" b="1"/>
        </a:p>
      </dgm:t>
    </dgm:pt>
    <dgm:pt modelId="{977DDC3F-402C-4D47-8A47-D5E8D684E3DC}" type="sibTrans" cxnId="{552F735B-1FEA-4D3D-A156-0CA4C8A0DD26}">
      <dgm:prSet/>
      <dgm:spPr/>
      <dgm:t>
        <a:bodyPr/>
        <a:lstStyle/>
        <a:p>
          <a:endParaRPr lang="en-IN" b="1"/>
        </a:p>
      </dgm:t>
    </dgm:pt>
    <dgm:pt modelId="{5986BE05-AE21-4B86-A976-4509B611C394}">
      <dgm:prSet phldrT="[Text]"/>
      <dgm:spPr/>
      <dgm:t>
        <a:bodyPr/>
        <a:lstStyle/>
        <a:p>
          <a:r>
            <a:rPr lang="en-US" b="1" dirty="0"/>
            <a:t>PROM</a:t>
          </a:r>
          <a:endParaRPr lang="en-IN" b="1" dirty="0"/>
        </a:p>
      </dgm:t>
    </dgm:pt>
    <dgm:pt modelId="{6775FDD0-D79B-4C3F-9BC4-8FE59D6C553D}" type="parTrans" cxnId="{D1F2B6A8-8A24-4686-B1A1-E86CD6B9F04C}">
      <dgm:prSet/>
      <dgm:spPr/>
      <dgm:t>
        <a:bodyPr/>
        <a:lstStyle/>
        <a:p>
          <a:endParaRPr lang="en-IN" b="1"/>
        </a:p>
      </dgm:t>
    </dgm:pt>
    <dgm:pt modelId="{E6F7B726-BDB2-4D67-B5BD-1D4C157D3BC3}" type="sibTrans" cxnId="{D1F2B6A8-8A24-4686-B1A1-E86CD6B9F04C}">
      <dgm:prSet/>
      <dgm:spPr/>
      <dgm:t>
        <a:bodyPr/>
        <a:lstStyle/>
        <a:p>
          <a:endParaRPr lang="en-IN" b="1"/>
        </a:p>
      </dgm:t>
    </dgm:pt>
    <dgm:pt modelId="{4C863F09-B101-42CD-9F0F-96EE54BA6893}">
      <dgm:prSet phldrT="[Text]"/>
      <dgm:spPr/>
      <dgm:t>
        <a:bodyPr/>
        <a:lstStyle/>
        <a:p>
          <a:r>
            <a:rPr lang="en-US" b="1" dirty="0"/>
            <a:t>Masked</a:t>
          </a:r>
          <a:endParaRPr lang="en-IN" b="1" dirty="0"/>
        </a:p>
      </dgm:t>
    </dgm:pt>
    <dgm:pt modelId="{ED5BB056-01A9-4E75-9FDE-772AA9A158B9}" type="parTrans" cxnId="{29F405F9-13B3-4A29-A239-BC783A786DE9}">
      <dgm:prSet/>
      <dgm:spPr/>
      <dgm:t>
        <a:bodyPr/>
        <a:lstStyle/>
        <a:p>
          <a:endParaRPr lang="en-IN" b="1"/>
        </a:p>
      </dgm:t>
    </dgm:pt>
    <dgm:pt modelId="{9DF6AE6A-6847-4049-AC5D-D201751A42E3}" type="sibTrans" cxnId="{29F405F9-13B3-4A29-A239-BC783A786DE9}">
      <dgm:prSet/>
      <dgm:spPr/>
      <dgm:t>
        <a:bodyPr/>
        <a:lstStyle/>
        <a:p>
          <a:endParaRPr lang="en-IN" b="1"/>
        </a:p>
      </dgm:t>
    </dgm:pt>
    <dgm:pt modelId="{63CB2FFA-7B8D-45CB-A0E4-F682198648C3}" type="pres">
      <dgm:prSet presAssocID="{A002150B-8850-4FA2-8F64-7584C89EF62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47F11D-EC40-4AEE-A538-64E7942FA440}" type="pres">
      <dgm:prSet presAssocID="{74112505-81E1-4822-8574-2D7FD465BBEA}" presName="hierRoot1" presStyleCnt="0"/>
      <dgm:spPr/>
    </dgm:pt>
    <dgm:pt modelId="{72737EE6-6DF9-4E44-89CC-1ADAECDA2710}" type="pres">
      <dgm:prSet presAssocID="{74112505-81E1-4822-8574-2D7FD465BBEA}" presName="composite" presStyleCnt="0"/>
      <dgm:spPr/>
    </dgm:pt>
    <dgm:pt modelId="{6B659D59-6022-41F6-9AA2-C3E4AE9A06F9}" type="pres">
      <dgm:prSet presAssocID="{74112505-81E1-4822-8574-2D7FD465BBEA}" presName="background" presStyleLbl="node0" presStyleIdx="0" presStyleCnt="1"/>
      <dgm:spPr/>
    </dgm:pt>
    <dgm:pt modelId="{1F44725D-14B4-4106-9952-2BE431B178D7}" type="pres">
      <dgm:prSet presAssocID="{74112505-81E1-4822-8574-2D7FD465BBEA}" presName="text" presStyleLbl="fgAcc0" presStyleIdx="0" presStyleCnt="1" custLinFactY="-1654" custLinFactNeighborX="3349" custLinFactNeighborY="-100000">
        <dgm:presLayoutVars>
          <dgm:chPref val="3"/>
        </dgm:presLayoutVars>
      </dgm:prSet>
      <dgm:spPr/>
    </dgm:pt>
    <dgm:pt modelId="{61321595-F997-4AF3-B0A0-17F31D90D00C}" type="pres">
      <dgm:prSet presAssocID="{74112505-81E1-4822-8574-2D7FD465BBEA}" presName="hierChild2" presStyleCnt="0"/>
      <dgm:spPr/>
    </dgm:pt>
    <dgm:pt modelId="{D97A841B-DB59-44AC-85D4-E0483CBF424E}" type="pres">
      <dgm:prSet presAssocID="{2E5CCE54-8B2A-46C2-9951-6994FE2BC5F4}" presName="Name10" presStyleLbl="parChTrans1D2" presStyleIdx="0" presStyleCnt="3"/>
      <dgm:spPr/>
    </dgm:pt>
    <dgm:pt modelId="{FE06EE29-F79D-46CE-8519-4120E474EEEC}" type="pres">
      <dgm:prSet presAssocID="{E9B93B09-3D37-4C6E-B132-E16269322C73}" presName="hierRoot2" presStyleCnt="0"/>
      <dgm:spPr/>
    </dgm:pt>
    <dgm:pt modelId="{90CAC75B-5DB4-48B7-BA49-2CEF3A758B97}" type="pres">
      <dgm:prSet presAssocID="{E9B93B09-3D37-4C6E-B132-E16269322C73}" presName="composite2" presStyleCnt="0"/>
      <dgm:spPr/>
    </dgm:pt>
    <dgm:pt modelId="{1FD32E4E-29D6-4472-B5DD-AD665036A487}" type="pres">
      <dgm:prSet presAssocID="{E9B93B09-3D37-4C6E-B132-E16269322C73}" presName="background2" presStyleLbl="node2" presStyleIdx="0" presStyleCnt="3"/>
      <dgm:spPr/>
    </dgm:pt>
    <dgm:pt modelId="{FD44773C-34A1-4A55-8580-C3FC830A17F1}" type="pres">
      <dgm:prSet presAssocID="{E9B93B09-3D37-4C6E-B132-E16269322C73}" presName="text2" presStyleLbl="fgAcc2" presStyleIdx="0" presStyleCnt="3" custLinFactNeighborX="-884" custLinFactNeighborY="-7677">
        <dgm:presLayoutVars>
          <dgm:chPref val="3"/>
        </dgm:presLayoutVars>
      </dgm:prSet>
      <dgm:spPr/>
    </dgm:pt>
    <dgm:pt modelId="{D2A10C4D-40CD-4E18-8B8D-3A469909E8D9}" type="pres">
      <dgm:prSet presAssocID="{E9B93B09-3D37-4C6E-B132-E16269322C73}" presName="hierChild3" presStyleCnt="0"/>
      <dgm:spPr/>
    </dgm:pt>
    <dgm:pt modelId="{7B3BC168-08CF-4DAB-9FA1-0E530B35A3D2}" type="pres">
      <dgm:prSet presAssocID="{1FF29A95-57DA-4610-AE43-2DD4F1D8F8D4}" presName="Name17" presStyleLbl="parChTrans1D3" presStyleIdx="0" presStyleCnt="8"/>
      <dgm:spPr/>
    </dgm:pt>
    <dgm:pt modelId="{B19E1706-62D4-48A5-8CD9-1C09E0955218}" type="pres">
      <dgm:prSet presAssocID="{2CBA1E6B-40E4-4746-8565-D4F95ADFCA60}" presName="hierRoot3" presStyleCnt="0"/>
      <dgm:spPr/>
    </dgm:pt>
    <dgm:pt modelId="{6D582FBD-5074-4AA3-B79E-07B9AD9D2329}" type="pres">
      <dgm:prSet presAssocID="{2CBA1E6B-40E4-4746-8565-D4F95ADFCA60}" presName="composite3" presStyleCnt="0"/>
      <dgm:spPr/>
    </dgm:pt>
    <dgm:pt modelId="{218A6957-40DD-483B-BC00-43D52C288797}" type="pres">
      <dgm:prSet presAssocID="{2CBA1E6B-40E4-4746-8565-D4F95ADFCA60}" presName="background3" presStyleLbl="node3" presStyleIdx="0" presStyleCnt="8"/>
      <dgm:spPr/>
    </dgm:pt>
    <dgm:pt modelId="{560C2D98-EDD5-4C25-AC7B-B58723F5DF21}" type="pres">
      <dgm:prSet presAssocID="{2CBA1E6B-40E4-4746-8565-D4F95ADFCA60}" presName="text3" presStyleLbl="fgAcc3" presStyleIdx="0" presStyleCnt="8" custLinFactY="405" custLinFactNeighborX="6489" custLinFactNeighborY="100000">
        <dgm:presLayoutVars>
          <dgm:chPref val="3"/>
        </dgm:presLayoutVars>
      </dgm:prSet>
      <dgm:spPr/>
    </dgm:pt>
    <dgm:pt modelId="{30DCAB40-0884-44E1-A782-F5EA589C66E3}" type="pres">
      <dgm:prSet presAssocID="{2CBA1E6B-40E4-4746-8565-D4F95ADFCA60}" presName="hierChild4" presStyleCnt="0"/>
      <dgm:spPr/>
    </dgm:pt>
    <dgm:pt modelId="{6E4FB0B6-0C7E-4B93-AC57-9362247A8269}" type="pres">
      <dgm:prSet presAssocID="{BAD7BA04-787E-457C-85C6-0466EC95E92C}" presName="Name17" presStyleLbl="parChTrans1D3" presStyleIdx="1" presStyleCnt="8"/>
      <dgm:spPr/>
    </dgm:pt>
    <dgm:pt modelId="{280B5141-1046-4F7C-8FFC-12DBD71FE537}" type="pres">
      <dgm:prSet presAssocID="{75C9D206-5D9B-4553-B120-1FFFC00C5251}" presName="hierRoot3" presStyleCnt="0"/>
      <dgm:spPr/>
    </dgm:pt>
    <dgm:pt modelId="{1A2ED1B4-B570-4F0F-A295-BB24C2BAB2FE}" type="pres">
      <dgm:prSet presAssocID="{75C9D206-5D9B-4553-B120-1FFFC00C5251}" presName="composite3" presStyleCnt="0"/>
      <dgm:spPr/>
    </dgm:pt>
    <dgm:pt modelId="{60ED8DC3-20B2-4595-87D3-9147C5FF6B42}" type="pres">
      <dgm:prSet presAssocID="{75C9D206-5D9B-4553-B120-1FFFC00C5251}" presName="background3" presStyleLbl="node3" presStyleIdx="1" presStyleCnt="8"/>
      <dgm:spPr/>
    </dgm:pt>
    <dgm:pt modelId="{5FAF4F6A-40CC-455A-937A-7C5D6FEE33CF}" type="pres">
      <dgm:prSet presAssocID="{75C9D206-5D9B-4553-B120-1FFFC00C5251}" presName="text3" presStyleLbl="fgAcc3" presStyleIdx="1" presStyleCnt="8" custLinFactY="405" custLinFactNeighborX="700" custLinFactNeighborY="100000">
        <dgm:presLayoutVars>
          <dgm:chPref val="3"/>
        </dgm:presLayoutVars>
      </dgm:prSet>
      <dgm:spPr/>
    </dgm:pt>
    <dgm:pt modelId="{4C609163-2F5B-47B3-B34D-F72B112FF315}" type="pres">
      <dgm:prSet presAssocID="{75C9D206-5D9B-4553-B120-1FFFC00C5251}" presName="hierChild4" presStyleCnt="0"/>
      <dgm:spPr/>
    </dgm:pt>
    <dgm:pt modelId="{12CAABF7-A1DD-4D23-A2F7-46FA8FC72BB4}" type="pres">
      <dgm:prSet presAssocID="{68420319-91A5-4884-8066-2CBC6BFFBEC5}" presName="Name10" presStyleLbl="parChTrans1D2" presStyleIdx="1" presStyleCnt="3"/>
      <dgm:spPr/>
    </dgm:pt>
    <dgm:pt modelId="{1C343F26-F9F4-4D85-9292-C45EFAC7D5F2}" type="pres">
      <dgm:prSet presAssocID="{4C43EC1B-9572-4ED1-94E3-38EB6D93B30C}" presName="hierRoot2" presStyleCnt="0"/>
      <dgm:spPr/>
    </dgm:pt>
    <dgm:pt modelId="{A2EAA553-5275-4A85-8DB9-44B2D3D7BCCF}" type="pres">
      <dgm:prSet presAssocID="{4C43EC1B-9572-4ED1-94E3-38EB6D93B30C}" presName="composite2" presStyleCnt="0"/>
      <dgm:spPr/>
    </dgm:pt>
    <dgm:pt modelId="{2C701894-0889-40CD-8AB1-17F9EC44CEE7}" type="pres">
      <dgm:prSet presAssocID="{4C43EC1B-9572-4ED1-94E3-38EB6D93B30C}" presName="background2" presStyleLbl="node2" presStyleIdx="1" presStyleCnt="3"/>
      <dgm:spPr/>
    </dgm:pt>
    <dgm:pt modelId="{D17BB37F-4267-4590-9863-E8D0CB85A4B8}" type="pres">
      <dgm:prSet presAssocID="{4C43EC1B-9572-4ED1-94E3-38EB6D93B30C}" presName="text2" presStyleLbl="fgAcc2" presStyleIdx="1" presStyleCnt="3" custLinFactNeighborX="33904" custLinFactNeighborY="-7677">
        <dgm:presLayoutVars>
          <dgm:chPref val="3"/>
        </dgm:presLayoutVars>
      </dgm:prSet>
      <dgm:spPr/>
    </dgm:pt>
    <dgm:pt modelId="{BAF77414-A56F-411E-883A-A202BCF691C0}" type="pres">
      <dgm:prSet presAssocID="{4C43EC1B-9572-4ED1-94E3-38EB6D93B30C}" presName="hierChild3" presStyleCnt="0"/>
      <dgm:spPr/>
    </dgm:pt>
    <dgm:pt modelId="{7FA98560-5CD1-4D09-AE08-08173B55F44B}" type="pres">
      <dgm:prSet presAssocID="{8E4B5BC5-FC9F-4FA8-92F9-EAFDA096AF2F}" presName="Name17" presStyleLbl="parChTrans1D3" presStyleIdx="2" presStyleCnt="8"/>
      <dgm:spPr/>
    </dgm:pt>
    <dgm:pt modelId="{C1DEDDC9-D53B-4232-B46A-A9B60001B2D4}" type="pres">
      <dgm:prSet presAssocID="{28D0049F-E1EC-44E5-81A0-0183DB0FCEF3}" presName="hierRoot3" presStyleCnt="0"/>
      <dgm:spPr/>
    </dgm:pt>
    <dgm:pt modelId="{1B7E3597-28AA-447C-91D0-78F5AC8E5BF1}" type="pres">
      <dgm:prSet presAssocID="{28D0049F-E1EC-44E5-81A0-0183DB0FCEF3}" presName="composite3" presStyleCnt="0"/>
      <dgm:spPr/>
    </dgm:pt>
    <dgm:pt modelId="{6E9129D4-2865-4F15-A327-EBB2055E587D}" type="pres">
      <dgm:prSet presAssocID="{28D0049F-E1EC-44E5-81A0-0183DB0FCEF3}" presName="background3" presStyleLbl="node3" presStyleIdx="2" presStyleCnt="8"/>
      <dgm:spPr/>
    </dgm:pt>
    <dgm:pt modelId="{FD2708F5-2B83-4328-B5A3-E600487AAA7A}" type="pres">
      <dgm:prSet presAssocID="{28D0049F-E1EC-44E5-81A0-0183DB0FCEF3}" presName="text3" presStyleLbl="fgAcc3" presStyleIdx="2" presStyleCnt="8" custLinFactNeighborX="3868" custLinFactNeighborY="86300">
        <dgm:presLayoutVars>
          <dgm:chPref val="3"/>
        </dgm:presLayoutVars>
      </dgm:prSet>
      <dgm:spPr/>
    </dgm:pt>
    <dgm:pt modelId="{D285BDA4-CCA2-40C8-8725-1C7B5AA15845}" type="pres">
      <dgm:prSet presAssocID="{28D0049F-E1EC-44E5-81A0-0183DB0FCEF3}" presName="hierChild4" presStyleCnt="0"/>
      <dgm:spPr/>
    </dgm:pt>
    <dgm:pt modelId="{FA60DB33-87A9-473F-9091-847F883AD29C}" type="pres">
      <dgm:prSet presAssocID="{2A02A3C9-3D74-41EC-911A-1CD394A3008B}" presName="Name17" presStyleLbl="parChTrans1D3" presStyleIdx="3" presStyleCnt="8"/>
      <dgm:spPr/>
    </dgm:pt>
    <dgm:pt modelId="{48DBCB0E-7C7B-415B-BA4C-ACBD2F39C557}" type="pres">
      <dgm:prSet presAssocID="{54E82AC6-FEDC-4AA8-924C-3802521B9095}" presName="hierRoot3" presStyleCnt="0"/>
      <dgm:spPr/>
    </dgm:pt>
    <dgm:pt modelId="{7F15E86F-A6B5-42BC-A81D-62978874BEF4}" type="pres">
      <dgm:prSet presAssocID="{54E82AC6-FEDC-4AA8-924C-3802521B9095}" presName="composite3" presStyleCnt="0"/>
      <dgm:spPr/>
    </dgm:pt>
    <dgm:pt modelId="{D93EF6EA-3764-4A63-84C6-BEB0A818DF98}" type="pres">
      <dgm:prSet presAssocID="{54E82AC6-FEDC-4AA8-924C-3802521B9095}" presName="background3" presStyleLbl="node3" presStyleIdx="3" presStyleCnt="8"/>
      <dgm:spPr/>
    </dgm:pt>
    <dgm:pt modelId="{4159D1D9-6951-4F9D-8315-0DD510617B4D}" type="pres">
      <dgm:prSet presAssocID="{54E82AC6-FEDC-4AA8-924C-3802521B9095}" presName="text3" presStyleLbl="fgAcc3" presStyleIdx="3" presStyleCnt="8" custLinFactNeighborX="7035" custLinFactNeighborY="86300">
        <dgm:presLayoutVars>
          <dgm:chPref val="3"/>
        </dgm:presLayoutVars>
      </dgm:prSet>
      <dgm:spPr/>
    </dgm:pt>
    <dgm:pt modelId="{7EF59149-2649-4178-8BCE-C1E19F40EDED}" type="pres">
      <dgm:prSet presAssocID="{54E82AC6-FEDC-4AA8-924C-3802521B9095}" presName="hierChild4" presStyleCnt="0"/>
      <dgm:spPr/>
    </dgm:pt>
    <dgm:pt modelId="{7E8F2D4C-A708-4802-9B7D-3B9503C0FDFB}" type="pres">
      <dgm:prSet presAssocID="{3E5EB03D-88C3-4A99-AB9E-74FE55645912}" presName="Name17" presStyleLbl="parChTrans1D3" presStyleIdx="4" presStyleCnt="8"/>
      <dgm:spPr/>
    </dgm:pt>
    <dgm:pt modelId="{AF612A83-47F3-4925-9BCD-03328A68E8FE}" type="pres">
      <dgm:prSet presAssocID="{01D6D38C-C7B3-4554-8ED1-82CA0291414A}" presName="hierRoot3" presStyleCnt="0"/>
      <dgm:spPr/>
    </dgm:pt>
    <dgm:pt modelId="{55711CB8-3F04-4E89-B870-67D0D0637C27}" type="pres">
      <dgm:prSet presAssocID="{01D6D38C-C7B3-4554-8ED1-82CA0291414A}" presName="composite3" presStyleCnt="0"/>
      <dgm:spPr/>
    </dgm:pt>
    <dgm:pt modelId="{740FED54-6F49-4441-94B3-0675A5FF1854}" type="pres">
      <dgm:prSet presAssocID="{01D6D38C-C7B3-4554-8ED1-82CA0291414A}" presName="background3" presStyleLbl="node3" presStyleIdx="4" presStyleCnt="8"/>
      <dgm:spPr/>
    </dgm:pt>
    <dgm:pt modelId="{B22F1FF7-35AB-484C-BD63-DF727AC2D0A3}" type="pres">
      <dgm:prSet presAssocID="{01D6D38C-C7B3-4554-8ED1-82CA0291414A}" presName="text3" presStyleLbl="fgAcc3" presStyleIdx="4" presStyleCnt="8" custLinFactNeighborX="1246" custLinFactNeighborY="86300">
        <dgm:presLayoutVars>
          <dgm:chPref val="3"/>
        </dgm:presLayoutVars>
      </dgm:prSet>
      <dgm:spPr/>
    </dgm:pt>
    <dgm:pt modelId="{01A73AAA-049F-40B4-986D-B4CAAFEFA05A}" type="pres">
      <dgm:prSet presAssocID="{01D6D38C-C7B3-4554-8ED1-82CA0291414A}" presName="hierChild4" presStyleCnt="0"/>
      <dgm:spPr/>
    </dgm:pt>
    <dgm:pt modelId="{BD231E7C-4FDE-497D-A39E-88E32DEE7EB7}" type="pres">
      <dgm:prSet presAssocID="{3D072B0E-10D9-4E7A-8B54-91D8D1EDBA9A}" presName="Name10" presStyleLbl="parChTrans1D2" presStyleIdx="2" presStyleCnt="3"/>
      <dgm:spPr/>
    </dgm:pt>
    <dgm:pt modelId="{51991789-5152-4471-955B-F5851DA5569E}" type="pres">
      <dgm:prSet presAssocID="{27E50CD2-64ED-404E-8CCD-51E3484EDCF0}" presName="hierRoot2" presStyleCnt="0"/>
      <dgm:spPr/>
    </dgm:pt>
    <dgm:pt modelId="{1768467F-36C4-4EC9-A989-3E2EDB21D629}" type="pres">
      <dgm:prSet presAssocID="{27E50CD2-64ED-404E-8CCD-51E3484EDCF0}" presName="composite2" presStyleCnt="0"/>
      <dgm:spPr/>
    </dgm:pt>
    <dgm:pt modelId="{100D927E-F256-4E79-80C0-893414EDE856}" type="pres">
      <dgm:prSet presAssocID="{27E50CD2-64ED-404E-8CCD-51E3484EDCF0}" presName="background2" presStyleLbl="node2" presStyleIdx="2" presStyleCnt="3"/>
      <dgm:spPr/>
    </dgm:pt>
    <dgm:pt modelId="{2AD0079A-E270-49B5-A53D-8C36A2C3CB47}" type="pres">
      <dgm:prSet presAssocID="{27E50CD2-64ED-404E-8CCD-51E3484EDCF0}" presName="text2" presStyleLbl="fgAcc2" presStyleIdx="2" presStyleCnt="3" custLinFactNeighborX="16538" custLinFactNeighborY="-7677">
        <dgm:presLayoutVars>
          <dgm:chPref val="3"/>
        </dgm:presLayoutVars>
      </dgm:prSet>
      <dgm:spPr/>
    </dgm:pt>
    <dgm:pt modelId="{E16560F3-D9AC-4926-B968-026ACF668FD4}" type="pres">
      <dgm:prSet presAssocID="{27E50CD2-64ED-404E-8CCD-51E3484EDCF0}" presName="hierChild3" presStyleCnt="0"/>
      <dgm:spPr/>
    </dgm:pt>
    <dgm:pt modelId="{D2089556-14D6-4616-B814-8E837F573B82}" type="pres">
      <dgm:prSet presAssocID="{8000BB1F-3DD3-4D54-98D1-4728B028AAA8}" presName="Name17" presStyleLbl="parChTrans1D3" presStyleIdx="5" presStyleCnt="8"/>
      <dgm:spPr/>
    </dgm:pt>
    <dgm:pt modelId="{455FA784-1F6B-4012-992E-127F14B31E1D}" type="pres">
      <dgm:prSet presAssocID="{A1EC54A3-46B2-41DE-B8F9-2D4A3DD2A42A}" presName="hierRoot3" presStyleCnt="0"/>
      <dgm:spPr/>
    </dgm:pt>
    <dgm:pt modelId="{04D6638C-3270-4CC3-BE3B-CFEB9CF3EFB3}" type="pres">
      <dgm:prSet presAssocID="{A1EC54A3-46B2-41DE-B8F9-2D4A3DD2A42A}" presName="composite3" presStyleCnt="0"/>
      <dgm:spPr/>
    </dgm:pt>
    <dgm:pt modelId="{1E4BCBA8-0434-4C25-ADFB-C0A217E23BA8}" type="pres">
      <dgm:prSet presAssocID="{A1EC54A3-46B2-41DE-B8F9-2D4A3DD2A42A}" presName="background3" presStyleLbl="node3" presStyleIdx="5" presStyleCnt="8"/>
      <dgm:spPr/>
    </dgm:pt>
    <dgm:pt modelId="{AA9ADDE3-FE52-478C-9267-E875068EF036}" type="pres">
      <dgm:prSet presAssocID="{A1EC54A3-46B2-41DE-B8F9-2D4A3DD2A42A}" presName="text3" presStyleLbl="fgAcc3" presStyleIdx="5" presStyleCnt="8" custLinFactNeighborX="4414" custLinFactNeighborY="86300">
        <dgm:presLayoutVars>
          <dgm:chPref val="3"/>
        </dgm:presLayoutVars>
      </dgm:prSet>
      <dgm:spPr/>
    </dgm:pt>
    <dgm:pt modelId="{3AD9146D-9805-43C2-9166-A2B954DB391E}" type="pres">
      <dgm:prSet presAssocID="{A1EC54A3-46B2-41DE-B8F9-2D4A3DD2A42A}" presName="hierChild4" presStyleCnt="0"/>
      <dgm:spPr/>
    </dgm:pt>
    <dgm:pt modelId="{1C1229BB-502F-4CC5-A941-8E952FF0A78D}" type="pres">
      <dgm:prSet presAssocID="{6775FDD0-D79B-4C3F-9BC4-8FE59D6C553D}" presName="Name17" presStyleLbl="parChTrans1D3" presStyleIdx="6" presStyleCnt="8"/>
      <dgm:spPr/>
    </dgm:pt>
    <dgm:pt modelId="{9B8173F9-7F92-4F1C-A7CD-86F097903DCA}" type="pres">
      <dgm:prSet presAssocID="{5986BE05-AE21-4B86-A976-4509B611C394}" presName="hierRoot3" presStyleCnt="0"/>
      <dgm:spPr/>
    </dgm:pt>
    <dgm:pt modelId="{69068AF0-CB5D-436B-BA03-44252A3CD7BB}" type="pres">
      <dgm:prSet presAssocID="{5986BE05-AE21-4B86-A976-4509B611C394}" presName="composite3" presStyleCnt="0"/>
      <dgm:spPr/>
    </dgm:pt>
    <dgm:pt modelId="{63654E40-1613-4E2E-8862-3E787291821E}" type="pres">
      <dgm:prSet presAssocID="{5986BE05-AE21-4B86-A976-4509B611C394}" presName="background3" presStyleLbl="node3" presStyleIdx="6" presStyleCnt="8"/>
      <dgm:spPr/>
    </dgm:pt>
    <dgm:pt modelId="{969B4B80-9C63-401C-9EE6-6088046A1E1E}" type="pres">
      <dgm:prSet presAssocID="{5986BE05-AE21-4B86-A976-4509B611C394}" presName="text3" presStyleLbl="fgAcc3" presStyleIdx="6" presStyleCnt="8" custLinFactNeighborX="7581" custLinFactNeighborY="86300">
        <dgm:presLayoutVars>
          <dgm:chPref val="3"/>
        </dgm:presLayoutVars>
      </dgm:prSet>
      <dgm:spPr/>
    </dgm:pt>
    <dgm:pt modelId="{B1C48F68-82D4-47C0-B7E1-199D79B4D66B}" type="pres">
      <dgm:prSet presAssocID="{5986BE05-AE21-4B86-A976-4509B611C394}" presName="hierChild4" presStyleCnt="0"/>
      <dgm:spPr/>
    </dgm:pt>
    <dgm:pt modelId="{8853FB0B-C346-434B-ADCF-5FC98BC931EB}" type="pres">
      <dgm:prSet presAssocID="{ED5BB056-01A9-4E75-9FDE-772AA9A158B9}" presName="Name17" presStyleLbl="parChTrans1D3" presStyleIdx="7" presStyleCnt="8"/>
      <dgm:spPr/>
    </dgm:pt>
    <dgm:pt modelId="{728EA1CA-1C6D-459E-8C1F-59FE19AC7529}" type="pres">
      <dgm:prSet presAssocID="{4C863F09-B101-42CD-9F0F-96EE54BA6893}" presName="hierRoot3" presStyleCnt="0"/>
      <dgm:spPr/>
    </dgm:pt>
    <dgm:pt modelId="{6BBF4037-DA6B-4D1A-A45F-346E19321378}" type="pres">
      <dgm:prSet presAssocID="{4C863F09-B101-42CD-9F0F-96EE54BA6893}" presName="composite3" presStyleCnt="0"/>
      <dgm:spPr/>
    </dgm:pt>
    <dgm:pt modelId="{6E945EB4-11D5-46EF-A235-8619B050E720}" type="pres">
      <dgm:prSet presAssocID="{4C863F09-B101-42CD-9F0F-96EE54BA6893}" presName="background3" presStyleLbl="node3" presStyleIdx="7" presStyleCnt="8"/>
      <dgm:spPr/>
    </dgm:pt>
    <dgm:pt modelId="{D108DB8E-FF82-4A63-B33C-0322389EB377}" type="pres">
      <dgm:prSet presAssocID="{4C863F09-B101-42CD-9F0F-96EE54BA6893}" presName="text3" presStyleLbl="fgAcc3" presStyleIdx="7" presStyleCnt="8" custLinFactNeighborX="1790" custLinFactNeighborY="86300">
        <dgm:presLayoutVars>
          <dgm:chPref val="3"/>
        </dgm:presLayoutVars>
      </dgm:prSet>
      <dgm:spPr/>
    </dgm:pt>
    <dgm:pt modelId="{F27EF812-2E70-4F8E-BF37-D70CE0B51D82}" type="pres">
      <dgm:prSet presAssocID="{4C863F09-B101-42CD-9F0F-96EE54BA6893}" presName="hierChild4" presStyleCnt="0"/>
      <dgm:spPr/>
    </dgm:pt>
  </dgm:ptLst>
  <dgm:cxnLst>
    <dgm:cxn modelId="{E3DA571F-6BD1-4434-AB51-D6ECE6C5DF97}" srcId="{74112505-81E1-4822-8574-2D7FD465BBEA}" destId="{27E50CD2-64ED-404E-8CCD-51E3484EDCF0}" srcOrd="2" destOrd="0" parTransId="{3D072B0E-10D9-4E7A-8B54-91D8D1EDBA9A}" sibTransId="{EB50A33D-2B0B-42A5-89BB-A2DB45968FD4}"/>
    <dgm:cxn modelId="{3DDD8F34-AF50-460E-A818-E6584FE2848A}" type="presOf" srcId="{68420319-91A5-4884-8066-2CBC6BFFBEC5}" destId="{12CAABF7-A1DD-4D23-A2F7-46FA8FC72BB4}" srcOrd="0" destOrd="0" presId="urn:microsoft.com/office/officeart/2005/8/layout/hierarchy1#1"/>
    <dgm:cxn modelId="{D29C9836-7152-42F6-8FF7-2E7E8F6BDF66}" type="presOf" srcId="{3D072B0E-10D9-4E7A-8B54-91D8D1EDBA9A}" destId="{BD231E7C-4FDE-497D-A39E-88E32DEE7EB7}" srcOrd="0" destOrd="0" presId="urn:microsoft.com/office/officeart/2005/8/layout/hierarchy1#1"/>
    <dgm:cxn modelId="{5F7D193C-AE36-4EFC-9A67-B7E455FB0B5A}" type="presOf" srcId="{2A02A3C9-3D74-41EC-911A-1CD394A3008B}" destId="{FA60DB33-87A9-473F-9091-847F883AD29C}" srcOrd="0" destOrd="0" presId="urn:microsoft.com/office/officeart/2005/8/layout/hierarchy1#1"/>
    <dgm:cxn modelId="{552F735B-1FEA-4D3D-A156-0CA4C8A0DD26}" srcId="{27E50CD2-64ED-404E-8CCD-51E3484EDCF0}" destId="{A1EC54A3-46B2-41DE-B8F9-2D4A3DD2A42A}" srcOrd="0" destOrd="0" parTransId="{8000BB1F-3DD3-4D54-98D1-4728B028AAA8}" sibTransId="{977DDC3F-402C-4D47-8A47-D5E8D684E3DC}"/>
    <dgm:cxn modelId="{41E1025F-4528-4D6A-8D11-8D3BA911CA36}" type="presOf" srcId="{A1EC54A3-46B2-41DE-B8F9-2D4A3DD2A42A}" destId="{AA9ADDE3-FE52-478C-9267-E875068EF036}" srcOrd="0" destOrd="0" presId="urn:microsoft.com/office/officeart/2005/8/layout/hierarchy1#1"/>
    <dgm:cxn modelId="{00108863-B5AB-4BA8-AF85-3BE264E91A78}" type="presOf" srcId="{8E4B5BC5-FC9F-4FA8-92F9-EAFDA096AF2F}" destId="{7FA98560-5CD1-4D09-AE08-08173B55F44B}" srcOrd="0" destOrd="0" presId="urn:microsoft.com/office/officeart/2005/8/layout/hierarchy1#1"/>
    <dgm:cxn modelId="{3AE2C870-0897-478A-895B-59BD7B364A92}" srcId="{4C43EC1B-9572-4ED1-94E3-38EB6D93B30C}" destId="{01D6D38C-C7B3-4554-8ED1-82CA0291414A}" srcOrd="2" destOrd="0" parTransId="{3E5EB03D-88C3-4A99-AB9E-74FE55645912}" sibTransId="{36A623E1-5BAF-49AF-BC74-F5E6C215C331}"/>
    <dgm:cxn modelId="{73C2107A-D3E0-4143-BED4-1FCB009426DF}" type="presOf" srcId="{ED5BB056-01A9-4E75-9FDE-772AA9A158B9}" destId="{8853FB0B-C346-434B-ADCF-5FC98BC931EB}" srcOrd="0" destOrd="0" presId="urn:microsoft.com/office/officeart/2005/8/layout/hierarchy1#1"/>
    <dgm:cxn modelId="{F5404288-5451-444D-A402-190EF67BA391}" type="presOf" srcId="{27E50CD2-64ED-404E-8CCD-51E3484EDCF0}" destId="{2AD0079A-E270-49B5-A53D-8C36A2C3CB47}" srcOrd="0" destOrd="0" presId="urn:microsoft.com/office/officeart/2005/8/layout/hierarchy1#1"/>
    <dgm:cxn modelId="{1F74458E-FE01-4315-86A0-A3CCC7853472}" srcId="{74112505-81E1-4822-8574-2D7FD465BBEA}" destId="{4C43EC1B-9572-4ED1-94E3-38EB6D93B30C}" srcOrd="1" destOrd="0" parTransId="{68420319-91A5-4884-8066-2CBC6BFFBEC5}" sibTransId="{C6264B4F-85A4-454B-8D05-2A71AD98A26F}"/>
    <dgm:cxn modelId="{0866EC9B-C5D4-49DD-B6B3-11DEF9CF4458}" type="presOf" srcId="{6775FDD0-D79B-4C3F-9BC4-8FE59D6C553D}" destId="{1C1229BB-502F-4CC5-A941-8E952FF0A78D}" srcOrd="0" destOrd="0" presId="urn:microsoft.com/office/officeart/2005/8/layout/hierarchy1#1"/>
    <dgm:cxn modelId="{45F899A0-60CB-48FF-AA06-69A1B57B8316}" srcId="{A002150B-8850-4FA2-8F64-7584C89EF62D}" destId="{74112505-81E1-4822-8574-2D7FD465BBEA}" srcOrd="0" destOrd="0" parTransId="{FDF5F0CC-671B-4C97-BB6E-6275D91B310A}" sibTransId="{0AE7D8CF-37C3-4549-8D18-C0338BB2B694}"/>
    <dgm:cxn modelId="{D1F2B6A8-8A24-4686-B1A1-E86CD6B9F04C}" srcId="{27E50CD2-64ED-404E-8CCD-51E3484EDCF0}" destId="{5986BE05-AE21-4B86-A976-4509B611C394}" srcOrd="1" destOrd="0" parTransId="{6775FDD0-D79B-4C3F-9BC4-8FE59D6C553D}" sibTransId="{E6F7B726-BDB2-4D67-B5BD-1D4C157D3BC3}"/>
    <dgm:cxn modelId="{29BF9AAC-9AB5-46DB-A62C-13BC8F3C1D1A}" type="presOf" srcId="{74112505-81E1-4822-8574-2D7FD465BBEA}" destId="{1F44725D-14B4-4106-9952-2BE431B178D7}" srcOrd="0" destOrd="0" presId="urn:microsoft.com/office/officeart/2005/8/layout/hierarchy1#1"/>
    <dgm:cxn modelId="{278C4FBE-D865-434B-9922-A8FD6133FA0B}" type="presOf" srcId="{3E5EB03D-88C3-4A99-AB9E-74FE55645912}" destId="{7E8F2D4C-A708-4802-9B7D-3B9503C0FDFB}" srcOrd="0" destOrd="0" presId="urn:microsoft.com/office/officeart/2005/8/layout/hierarchy1#1"/>
    <dgm:cxn modelId="{B10F56BF-7311-4F4D-BF1D-B48774F4D3D7}" type="presOf" srcId="{8000BB1F-3DD3-4D54-98D1-4728B028AAA8}" destId="{D2089556-14D6-4616-B814-8E837F573B82}" srcOrd="0" destOrd="0" presId="urn:microsoft.com/office/officeart/2005/8/layout/hierarchy1#1"/>
    <dgm:cxn modelId="{FC4EE3BF-ED2B-40E8-8997-6C40CE165954}" srcId="{4C43EC1B-9572-4ED1-94E3-38EB6D93B30C}" destId="{28D0049F-E1EC-44E5-81A0-0183DB0FCEF3}" srcOrd="0" destOrd="0" parTransId="{8E4B5BC5-FC9F-4FA8-92F9-EAFDA096AF2F}" sibTransId="{3AF63397-24E0-4B1E-BFA1-EFDAF6ECA631}"/>
    <dgm:cxn modelId="{31C26CC6-3390-4F35-816D-6140309175A7}" type="presOf" srcId="{54E82AC6-FEDC-4AA8-924C-3802521B9095}" destId="{4159D1D9-6951-4F9D-8315-0DD510617B4D}" srcOrd="0" destOrd="0" presId="urn:microsoft.com/office/officeart/2005/8/layout/hierarchy1#1"/>
    <dgm:cxn modelId="{F5F55CCA-A74D-42A1-AE28-64429BDDA7A2}" type="presOf" srcId="{2E5CCE54-8B2A-46C2-9951-6994FE2BC5F4}" destId="{D97A841B-DB59-44AC-85D4-E0483CBF424E}" srcOrd="0" destOrd="0" presId="urn:microsoft.com/office/officeart/2005/8/layout/hierarchy1#1"/>
    <dgm:cxn modelId="{14536ACB-2872-4AC2-BD71-E8A5B1188C4C}" type="presOf" srcId="{4C863F09-B101-42CD-9F0F-96EE54BA6893}" destId="{D108DB8E-FF82-4A63-B33C-0322389EB377}" srcOrd="0" destOrd="0" presId="urn:microsoft.com/office/officeart/2005/8/layout/hierarchy1#1"/>
    <dgm:cxn modelId="{3384C7D2-3705-4D47-95F7-274F24584389}" type="presOf" srcId="{A002150B-8850-4FA2-8F64-7584C89EF62D}" destId="{63CB2FFA-7B8D-45CB-A0E4-F682198648C3}" srcOrd="0" destOrd="0" presId="urn:microsoft.com/office/officeart/2005/8/layout/hierarchy1#1"/>
    <dgm:cxn modelId="{841BE8D2-AF3D-490C-BD55-A56D07EEA943}" type="presOf" srcId="{BAD7BA04-787E-457C-85C6-0466EC95E92C}" destId="{6E4FB0B6-0C7E-4B93-AC57-9362247A8269}" srcOrd="0" destOrd="0" presId="urn:microsoft.com/office/officeart/2005/8/layout/hierarchy1#1"/>
    <dgm:cxn modelId="{9D25F4D4-5F6E-4057-8326-21A7A2A2CD76}" type="presOf" srcId="{2CBA1E6B-40E4-4746-8565-D4F95ADFCA60}" destId="{560C2D98-EDD5-4C25-AC7B-B58723F5DF21}" srcOrd="0" destOrd="0" presId="urn:microsoft.com/office/officeart/2005/8/layout/hierarchy1#1"/>
    <dgm:cxn modelId="{F5329FD5-4A07-4B87-BB49-248C6610499A}" type="presOf" srcId="{28D0049F-E1EC-44E5-81A0-0183DB0FCEF3}" destId="{FD2708F5-2B83-4328-B5A3-E600487AAA7A}" srcOrd="0" destOrd="0" presId="urn:microsoft.com/office/officeart/2005/8/layout/hierarchy1#1"/>
    <dgm:cxn modelId="{EB2899D8-F67B-4797-9AE0-B3735D50C2E6}" srcId="{E9B93B09-3D37-4C6E-B132-E16269322C73}" destId="{75C9D206-5D9B-4553-B120-1FFFC00C5251}" srcOrd="1" destOrd="0" parTransId="{BAD7BA04-787E-457C-85C6-0466EC95E92C}" sibTransId="{A2AD8E41-3D08-4E5A-99C4-9EB1FD323B1C}"/>
    <dgm:cxn modelId="{17E0A6D9-7244-4558-BBAD-7FF8B6B846DB}" type="presOf" srcId="{1FF29A95-57DA-4610-AE43-2DD4F1D8F8D4}" destId="{7B3BC168-08CF-4DAB-9FA1-0E530B35A3D2}" srcOrd="0" destOrd="0" presId="urn:microsoft.com/office/officeart/2005/8/layout/hierarchy1#1"/>
    <dgm:cxn modelId="{6FB590DB-1203-468E-A33B-55B7FBAE4AF5}" srcId="{74112505-81E1-4822-8574-2D7FD465BBEA}" destId="{E9B93B09-3D37-4C6E-B132-E16269322C73}" srcOrd="0" destOrd="0" parTransId="{2E5CCE54-8B2A-46C2-9951-6994FE2BC5F4}" sibTransId="{F160E2F8-979A-44BF-A61B-B063E3EE4109}"/>
    <dgm:cxn modelId="{8AE4FBDD-709E-4179-9AB2-6BEB4417DD47}" srcId="{4C43EC1B-9572-4ED1-94E3-38EB6D93B30C}" destId="{54E82AC6-FEDC-4AA8-924C-3802521B9095}" srcOrd="1" destOrd="0" parTransId="{2A02A3C9-3D74-41EC-911A-1CD394A3008B}" sibTransId="{19323FB4-A641-4AA5-9356-211D73B77EE2}"/>
    <dgm:cxn modelId="{ABE693EA-2AAA-4EF5-A205-23359D2BE3C1}" type="presOf" srcId="{E9B93B09-3D37-4C6E-B132-E16269322C73}" destId="{FD44773C-34A1-4A55-8580-C3FC830A17F1}" srcOrd="0" destOrd="0" presId="urn:microsoft.com/office/officeart/2005/8/layout/hierarchy1#1"/>
    <dgm:cxn modelId="{B6CB8BEF-B803-4D32-9155-CFFC17A517E3}" type="presOf" srcId="{75C9D206-5D9B-4553-B120-1FFFC00C5251}" destId="{5FAF4F6A-40CC-455A-937A-7C5D6FEE33CF}" srcOrd="0" destOrd="0" presId="urn:microsoft.com/office/officeart/2005/8/layout/hierarchy1#1"/>
    <dgm:cxn modelId="{2FDDB1EF-248C-49AA-8979-472CB8A617C0}" type="presOf" srcId="{01D6D38C-C7B3-4554-8ED1-82CA0291414A}" destId="{B22F1FF7-35AB-484C-BD63-DF727AC2D0A3}" srcOrd="0" destOrd="0" presId="urn:microsoft.com/office/officeart/2005/8/layout/hierarchy1#1"/>
    <dgm:cxn modelId="{6420FCF5-7604-4B16-B544-8B8BD14BD645}" type="presOf" srcId="{5986BE05-AE21-4B86-A976-4509B611C394}" destId="{969B4B80-9C63-401C-9EE6-6088046A1E1E}" srcOrd="0" destOrd="0" presId="urn:microsoft.com/office/officeart/2005/8/layout/hierarchy1#1"/>
    <dgm:cxn modelId="{AFB6DCF7-021F-4870-A352-213DC2431243}" type="presOf" srcId="{4C43EC1B-9572-4ED1-94E3-38EB6D93B30C}" destId="{D17BB37F-4267-4590-9863-E8D0CB85A4B8}" srcOrd="0" destOrd="0" presId="urn:microsoft.com/office/officeart/2005/8/layout/hierarchy1#1"/>
    <dgm:cxn modelId="{29F405F9-13B3-4A29-A239-BC783A786DE9}" srcId="{27E50CD2-64ED-404E-8CCD-51E3484EDCF0}" destId="{4C863F09-B101-42CD-9F0F-96EE54BA6893}" srcOrd="2" destOrd="0" parTransId="{ED5BB056-01A9-4E75-9FDE-772AA9A158B9}" sibTransId="{9DF6AE6A-6847-4049-AC5D-D201751A42E3}"/>
    <dgm:cxn modelId="{B6CB8BFC-601B-4462-9B4D-98289DF590B4}" srcId="{E9B93B09-3D37-4C6E-B132-E16269322C73}" destId="{2CBA1E6B-40E4-4746-8565-D4F95ADFCA60}" srcOrd="0" destOrd="0" parTransId="{1FF29A95-57DA-4610-AE43-2DD4F1D8F8D4}" sibTransId="{3BE4C5D6-5C65-4844-A968-B60C5265337B}"/>
    <dgm:cxn modelId="{F48DB9FB-2066-4C8C-8B24-E516FF01FD3E}" type="presParOf" srcId="{63CB2FFA-7B8D-45CB-A0E4-F682198648C3}" destId="{7047F11D-EC40-4AEE-A538-64E7942FA440}" srcOrd="0" destOrd="0" presId="urn:microsoft.com/office/officeart/2005/8/layout/hierarchy1#1"/>
    <dgm:cxn modelId="{62284430-8BCE-4582-B976-95197040F70C}" type="presParOf" srcId="{7047F11D-EC40-4AEE-A538-64E7942FA440}" destId="{72737EE6-6DF9-4E44-89CC-1ADAECDA2710}" srcOrd="0" destOrd="0" presId="urn:microsoft.com/office/officeart/2005/8/layout/hierarchy1#1"/>
    <dgm:cxn modelId="{E1DBCBA2-9B07-4F65-8BCD-F9A7C80DD7C3}" type="presParOf" srcId="{72737EE6-6DF9-4E44-89CC-1ADAECDA2710}" destId="{6B659D59-6022-41F6-9AA2-C3E4AE9A06F9}" srcOrd="0" destOrd="0" presId="urn:microsoft.com/office/officeart/2005/8/layout/hierarchy1#1"/>
    <dgm:cxn modelId="{96BED69F-E41B-4086-B90B-D45C435D42B1}" type="presParOf" srcId="{72737EE6-6DF9-4E44-89CC-1ADAECDA2710}" destId="{1F44725D-14B4-4106-9952-2BE431B178D7}" srcOrd="1" destOrd="0" presId="urn:microsoft.com/office/officeart/2005/8/layout/hierarchy1#1"/>
    <dgm:cxn modelId="{2060C7AD-97D8-474A-865A-C63D2E729AD4}" type="presParOf" srcId="{7047F11D-EC40-4AEE-A538-64E7942FA440}" destId="{61321595-F997-4AF3-B0A0-17F31D90D00C}" srcOrd="1" destOrd="0" presId="urn:microsoft.com/office/officeart/2005/8/layout/hierarchy1#1"/>
    <dgm:cxn modelId="{FF33032D-16F1-4C71-A55F-F7992C87E3E2}" type="presParOf" srcId="{61321595-F997-4AF3-B0A0-17F31D90D00C}" destId="{D97A841B-DB59-44AC-85D4-E0483CBF424E}" srcOrd="0" destOrd="0" presId="urn:microsoft.com/office/officeart/2005/8/layout/hierarchy1#1"/>
    <dgm:cxn modelId="{01E2BA58-2808-4D26-8681-B3C57567AE8F}" type="presParOf" srcId="{61321595-F997-4AF3-B0A0-17F31D90D00C}" destId="{FE06EE29-F79D-46CE-8519-4120E474EEEC}" srcOrd="1" destOrd="0" presId="urn:microsoft.com/office/officeart/2005/8/layout/hierarchy1#1"/>
    <dgm:cxn modelId="{23E2DE91-7016-462E-B91D-296E8EFFD4ED}" type="presParOf" srcId="{FE06EE29-F79D-46CE-8519-4120E474EEEC}" destId="{90CAC75B-5DB4-48B7-BA49-2CEF3A758B97}" srcOrd="0" destOrd="0" presId="urn:microsoft.com/office/officeart/2005/8/layout/hierarchy1#1"/>
    <dgm:cxn modelId="{0EA87660-C6B5-470E-A641-D204B0F5EEF7}" type="presParOf" srcId="{90CAC75B-5DB4-48B7-BA49-2CEF3A758B97}" destId="{1FD32E4E-29D6-4472-B5DD-AD665036A487}" srcOrd="0" destOrd="0" presId="urn:microsoft.com/office/officeart/2005/8/layout/hierarchy1#1"/>
    <dgm:cxn modelId="{CAAF70C2-A03A-4EED-A864-A33620D9E769}" type="presParOf" srcId="{90CAC75B-5DB4-48B7-BA49-2CEF3A758B97}" destId="{FD44773C-34A1-4A55-8580-C3FC830A17F1}" srcOrd="1" destOrd="0" presId="urn:microsoft.com/office/officeart/2005/8/layout/hierarchy1#1"/>
    <dgm:cxn modelId="{E36D1CAF-4D05-4C24-9BED-E5B13B7E4157}" type="presParOf" srcId="{FE06EE29-F79D-46CE-8519-4120E474EEEC}" destId="{D2A10C4D-40CD-4E18-8B8D-3A469909E8D9}" srcOrd="1" destOrd="0" presId="urn:microsoft.com/office/officeart/2005/8/layout/hierarchy1#1"/>
    <dgm:cxn modelId="{6E6F0020-8C7D-43B6-902F-3F848D1F3AB7}" type="presParOf" srcId="{D2A10C4D-40CD-4E18-8B8D-3A469909E8D9}" destId="{7B3BC168-08CF-4DAB-9FA1-0E530B35A3D2}" srcOrd="0" destOrd="0" presId="urn:microsoft.com/office/officeart/2005/8/layout/hierarchy1#1"/>
    <dgm:cxn modelId="{B238EA6D-9BAF-401A-82EB-8B98E16F5A1A}" type="presParOf" srcId="{D2A10C4D-40CD-4E18-8B8D-3A469909E8D9}" destId="{B19E1706-62D4-48A5-8CD9-1C09E0955218}" srcOrd="1" destOrd="0" presId="urn:microsoft.com/office/officeart/2005/8/layout/hierarchy1#1"/>
    <dgm:cxn modelId="{80C7E810-688F-4257-9DBB-0CFB75075335}" type="presParOf" srcId="{B19E1706-62D4-48A5-8CD9-1C09E0955218}" destId="{6D582FBD-5074-4AA3-B79E-07B9AD9D2329}" srcOrd="0" destOrd="0" presId="urn:microsoft.com/office/officeart/2005/8/layout/hierarchy1#1"/>
    <dgm:cxn modelId="{7CADCC20-087B-4383-8C5C-3A0FDAE49644}" type="presParOf" srcId="{6D582FBD-5074-4AA3-B79E-07B9AD9D2329}" destId="{218A6957-40DD-483B-BC00-43D52C288797}" srcOrd="0" destOrd="0" presId="urn:microsoft.com/office/officeart/2005/8/layout/hierarchy1#1"/>
    <dgm:cxn modelId="{D6344704-DA68-4045-AB1E-E6DF6F1CCF19}" type="presParOf" srcId="{6D582FBD-5074-4AA3-B79E-07B9AD9D2329}" destId="{560C2D98-EDD5-4C25-AC7B-B58723F5DF21}" srcOrd="1" destOrd="0" presId="urn:microsoft.com/office/officeart/2005/8/layout/hierarchy1#1"/>
    <dgm:cxn modelId="{C538B1A2-2E00-4E73-986F-19B5AA40E55B}" type="presParOf" srcId="{B19E1706-62D4-48A5-8CD9-1C09E0955218}" destId="{30DCAB40-0884-44E1-A782-F5EA589C66E3}" srcOrd="1" destOrd="0" presId="urn:microsoft.com/office/officeart/2005/8/layout/hierarchy1#1"/>
    <dgm:cxn modelId="{346445EF-3CFE-4F81-96C2-66ECC31620B4}" type="presParOf" srcId="{D2A10C4D-40CD-4E18-8B8D-3A469909E8D9}" destId="{6E4FB0B6-0C7E-4B93-AC57-9362247A8269}" srcOrd="2" destOrd="0" presId="urn:microsoft.com/office/officeart/2005/8/layout/hierarchy1#1"/>
    <dgm:cxn modelId="{08AA619F-9F8D-4268-B426-200104192DDE}" type="presParOf" srcId="{D2A10C4D-40CD-4E18-8B8D-3A469909E8D9}" destId="{280B5141-1046-4F7C-8FFC-12DBD71FE537}" srcOrd="3" destOrd="0" presId="urn:microsoft.com/office/officeart/2005/8/layout/hierarchy1#1"/>
    <dgm:cxn modelId="{DD210C47-69FC-4569-A67E-F92D03F58CDA}" type="presParOf" srcId="{280B5141-1046-4F7C-8FFC-12DBD71FE537}" destId="{1A2ED1B4-B570-4F0F-A295-BB24C2BAB2FE}" srcOrd="0" destOrd="0" presId="urn:microsoft.com/office/officeart/2005/8/layout/hierarchy1#1"/>
    <dgm:cxn modelId="{4FF806DC-E1F8-438B-856A-27F140B5CC4F}" type="presParOf" srcId="{1A2ED1B4-B570-4F0F-A295-BB24C2BAB2FE}" destId="{60ED8DC3-20B2-4595-87D3-9147C5FF6B42}" srcOrd="0" destOrd="0" presId="urn:microsoft.com/office/officeart/2005/8/layout/hierarchy1#1"/>
    <dgm:cxn modelId="{B1C4F3BB-B599-402E-BD29-4AD6083251F2}" type="presParOf" srcId="{1A2ED1B4-B570-4F0F-A295-BB24C2BAB2FE}" destId="{5FAF4F6A-40CC-455A-937A-7C5D6FEE33CF}" srcOrd="1" destOrd="0" presId="urn:microsoft.com/office/officeart/2005/8/layout/hierarchy1#1"/>
    <dgm:cxn modelId="{D753877B-E494-473A-AC79-C54B48FB17A0}" type="presParOf" srcId="{280B5141-1046-4F7C-8FFC-12DBD71FE537}" destId="{4C609163-2F5B-47B3-B34D-F72B112FF315}" srcOrd="1" destOrd="0" presId="urn:microsoft.com/office/officeart/2005/8/layout/hierarchy1#1"/>
    <dgm:cxn modelId="{4E6B73E5-43CA-45AA-9C23-4ADC85A4EA4D}" type="presParOf" srcId="{61321595-F997-4AF3-B0A0-17F31D90D00C}" destId="{12CAABF7-A1DD-4D23-A2F7-46FA8FC72BB4}" srcOrd="2" destOrd="0" presId="urn:microsoft.com/office/officeart/2005/8/layout/hierarchy1#1"/>
    <dgm:cxn modelId="{E838820A-C3E0-4837-A630-0B590B59933C}" type="presParOf" srcId="{61321595-F997-4AF3-B0A0-17F31D90D00C}" destId="{1C343F26-F9F4-4D85-9292-C45EFAC7D5F2}" srcOrd="3" destOrd="0" presId="urn:microsoft.com/office/officeart/2005/8/layout/hierarchy1#1"/>
    <dgm:cxn modelId="{AE4425E5-DF42-4C3F-8C2B-0C5FEE9AA5C7}" type="presParOf" srcId="{1C343F26-F9F4-4D85-9292-C45EFAC7D5F2}" destId="{A2EAA553-5275-4A85-8DB9-44B2D3D7BCCF}" srcOrd="0" destOrd="0" presId="urn:microsoft.com/office/officeart/2005/8/layout/hierarchy1#1"/>
    <dgm:cxn modelId="{A5A8E562-4BEF-43AD-98C4-083E735B456E}" type="presParOf" srcId="{A2EAA553-5275-4A85-8DB9-44B2D3D7BCCF}" destId="{2C701894-0889-40CD-8AB1-17F9EC44CEE7}" srcOrd="0" destOrd="0" presId="urn:microsoft.com/office/officeart/2005/8/layout/hierarchy1#1"/>
    <dgm:cxn modelId="{6626AF88-ECC5-499A-8331-CFC8881EBE91}" type="presParOf" srcId="{A2EAA553-5275-4A85-8DB9-44B2D3D7BCCF}" destId="{D17BB37F-4267-4590-9863-E8D0CB85A4B8}" srcOrd="1" destOrd="0" presId="urn:microsoft.com/office/officeart/2005/8/layout/hierarchy1#1"/>
    <dgm:cxn modelId="{C1C452DF-31B5-40A2-88AB-1048F9F598A9}" type="presParOf" srcId="{1C343F26-F9F4-4D85-9292-C45EFAC7D5F2}" destId="{BAF77414-A56F-411E-883A-A202BCF691C0}" srcOrd="1" destOrd="0" presId="urn:microsoft.com/office/officeart/2005/8/layout/hierarchy1#1"/>
    <dgm:cxn modelId="{52510787-4D9D-4455-95C6-3107D7076C4F}" type="presParOf" srcId="{BAF77414-A56F-411E-883A-A202BCF691C0}" destId="{7FA98560-5CD1-4D09-AE08-08173B55F44B}" srcOrd="0" destOrd="0" presId="urn:microsoft.com/office/officeart/2005/8/layout/hierarchy1#1"/>
    <dgm:cxn modelId="{E287CEE9-65CF-403C-970D-54CA4AC50021}" type="presParOf" srcId="{BAF77414-A56F-411E-883A-A202BCF691C0}" destId="{C1DEDDC9-D53B-4232-B46A-A9B60001B2D4}" srcOrd="1" destOrd="0" presId="urn:microsoft.com/office/officeart/2005/8/layout/hierarchy1#1"/>
    <dgm:cxn modelId="{EB1430B5-1C56-451D-B637-598560197527}" type="presParOf" srcId="{C1DEDDC9-D53B-4232-B46A-A9B60001B2D4}" destId="{1B7E3597-28AA-447C-91D0-78F5AC8E5BF1}" srcOrd="0" destOrd="0" presId="urn:microsoft.com/office/officeart/2005/8/layout/hierarchy1#1"/>
    <dgm:cxn modelId="{2484EEEC-3F4A-4C4F-8BF5-3B42B25E9D8B}" type="presParOf" srcId="{1B7E3597-28AA-447C-91D0-78F5AC8E5BF1}" destId="{6E9129D4-2865-4F15-A327-EBB2055E587D}" srcOrd="0" destOrd="0" presId="urn:microsoft.com/office/officeart/2005/8/layout/hierarchy1#1"/>
    <dgm:cxn modelId="{AFEED293-C9D8-4664-BA14-E79ED3C91028}" type="presParOf" srcId="{1B7E3597-28AA-447C-91D0-78F5AC8E5BF1}" destId="{FD2708F5-2B83-4328-B5A3-E600487AAA7A}" srcOrd="1" destOrd="0" presId="urn:microsoft.com/office/officeart/2005/8/layout/hierarchy1#1"/>
    <dgm:cxn modelId="{BD6051B1-9932-4457-8006-B9D79BC8E4CA}" type="presParOf" srcId="{C1DEDDC9-D53B-4232-B46A-A9B60001B2D4}" destId="{D285BDA4-CCA2-40C8-8725-1C7B5AA15845}" srcOrd="1" destOrd="0" presId="urn:microsoft.com/office/officeart/2005/8/layout/hierarchy1#1"/>
    <dgm:cxn modelId="{D344B68D-B141-4255-9F94-EFAA05CA8B65}" type="presParOf" srcId="{BAF77414-A56F-411E-883A-A202BCF691C0}" destId="{FA60DB33-87A9-473F-9091-847F883AD29C}" srcOrd="2" destOrd="0" presId="urn:microsoft.com/office/officeart/2005/8/layout/hierarchy1#1"/>
    <dgm:cxn modelId="{D789D922-18BC-42B5-A310-7B89CDB911D6}" type="presParOf" srcId="{BAF77414-A56F-411E-883A-A202BCF691C0}" destId="{48DBCB0E-7C7B-415B-BA4C-ACBD2F39C557}" srcOrd="3" destOrd="0" presId="urn:microsoft.com/office/officeart/2005/8/layout/hierarchy1#1"/>
    <dgm:cxn modelId="{35703F9A-CF81-4A13-8881-C3513B0A8DA4}" type="presParOf" srcId="{48DBCB0E-7C7B-415B-BA4C-ACBD2F39C557}" destId="{7F15E86F-A6B5-42BC-A81D-62978874BEF4}" srcOrd="0" destOrd="0" presId="urn:microsoft.com/office/officeart/2005/8/layout/hierarchy1#1"/>
    <dgm:cxn modelId="{6341EAA5-4B95-401B-A2A0-1EEED5F4AA79}" type="presParOf" srcId="{7F15E86F-A6B5-42BC-A81D-62978874BEF4}" destId="{D93EF6EA-3764-4A63-84C6-BEB0A818DF98}" srcOrd="0" destOrd="0" presId="urn:microsoft.com/office/officeart/2005/8/layout/hierarchy1#1"/>
    <dgm:cxn modelId="{4000B8BA-40F4-4E34-8F95-A48EB5192B42}" type="presParOf" srcId="{7F15E86F-A6B5-42BC-A81D-62978874BEF4}" destId="{4159D1D9-6951-4F9D-8315-0DD510617B4D}" srcOrd="1" destOrd="0" presId="urn:microsoft.com/office/officeart/2005/8/layout/hierarchy1#1"/>
    <dgm:cxn modelId="{043651DF-6747-4C0C-8F11-EBCE4720B445}" type="presParOf" srcId="{48DBCB0E-7C7B-415B-BA4C-ACBD2F39C557}" destId="{7EF59149-2649-4178-8BCE-C1E19F40EDED}" srcOrd="1" destOrd="0" presId="urn:microsoft.com/office/officeart/2005/8/layout/hierarchy1#1"/>
    <dgm:cxn modelId="{AAF5EF12-24C9-4CF7-A3AB-1C4EB107FB80}" type="presParOf" srcId="{BAF77414-A56F-411E-883A-A202BCF691C0}" destId="{7E8F2D4C-A708-4802-9B7D-3B9503C0FDFB}" srcOrd="4" destOrd="0" presId="urn:microsoft.com/office/officeart/2005/8/layout/hierarchy1#1"/>
    <dgm:cxn modelId="{E637CA15-EF61-4FC8-A47E-4B8C7E45F7F1}" type="presParOf" srcId="{BAF77414-A56F-411E-883A-A202BCF691C0}" destId="{AF612A83-47F3-4925-9BCD-03328A68E8FE}" srcOrd="5" destOrd="0" presId="urn:microsoft.com/office/officeart/2005/8/layout/hierarchy1#1"/>
    <dgm:cxn modelId="{041F59F3-4553-494A-B890-C5F7AC0BC18F}" type="presParOf" srcId="{AF612A83-47F3-4925-9BCD-03328A68E8FE}" destId="{55711CB8-3F04-4E89-B870-67D0D0637C27}" srcOrd="0" destOrd="0" presId="urn:microsoft.com/office/officeart/2005/8/layout/hierarchy1#1"/>
    <dgm:cxn modelId="{6AB81C6D-B1F4-4955-88E1-3F2E4CDCA9FA}" type="presParOf" srcId="{55711CB8-3F04-4E89-B870-67D0D0637C27}" destId="{740FED54-6F49-4441-94B3-0675A5FF1854}" srcOrd="0" destOrd="0" presId="urn:microsoft.com/office/officeart/2005/8/layout/hierarchy1#1"/>
    <dgm:cxn modelId="{E3EE9856-E440-4B78-AD4A-79CD87B0D0A2}" type="presParOf" srcId="{55711CB8-3F04-4E89-B870-67D0D0637C27}" destId="{B22F1FF7-35AB-484C-BD63-DF727AC2D0A3}" srcOrd="1" destOrd="0" presId="urn:microsoft.com/office/officeart/2005/8/layout/hierarchy1#1"/>
    <dgm:cxn modelId="{6AEBB4EE-E059-4381-B64F-94A8B9CE0872}" type="presParOf" srcId="{AF612A83-47F3-4925-9BCD-03328A68E8FE}" destId="{01A73AAA-049F-40B4-986D-B4CAAFEFA05A}" srcOrd="1" destOrd="0" presId="urn:microsoft.com/office/officeart/2005/8/layout/hierarchy1#1"/>
    <dgm:cxn modelId="{5B803D46-FE7B-4B96-8131-2544AC0F3890}" type="presParOf" srcId="{61321595-F997-4AF3-B0A0-17F31D90D00C}" destId="{BD231E7C-4FDE-497D-A39E-88E32DEE7EB7}" srcOrd="4" destOrd="0" presId="urn:microsoft.com/office/officeart/2005/8/layout/hierarchy1#1"/>
    <dgm:cxn modelId="{605661F6-0DEF-4879-967B-CA0C3B77A716}" type="presParOf" srcId="{61321595-F997-4AF3-B0A0-17F31D90D00C}" destId="{51991789-5152-4471-955B-F5851DA5569E}" srcOrd="5" destOrd="0" presId="urn:microsoft.com/office/officeart/2005/8/layout/hierarchy1#1"/>
    <dgm:cxn modelId="{C273AE4C-981A-4FB9-8E45-1F1F29D9A6CE}" type="presParOf" srcId="{51991789-5152-4471-955B-F5851DA5569E}" destId="{1768467F-36C4-4EC9-A989-3E2EDB21D629}" srcOrd="0" destOrd="0" presId="urn:microsoft.com/office/officeart/2005/8/layout/hierarchy1#1"/>
    <dgm:cxn modelId="{BF38A7A9-1C73-4DAA-B51D-094F3289B0ED}" type="presParOf" srcId="{1768467F-36C4-4EC9-A989-3E2EDB21D629}" destId="{100D927E-F256-4E79-80C0-893414EDE856}" srcOrd="0" destOrd="0" presId="urn:microsoft.com/office/officeart/2005/8/layout/hierarchy1#1"/>
    <dgm:cxn modelId="{BD0B6CF7-2E21-47D8-82BE-BEBB4802D1D2}" type="presParOf" srcId="{1768467F-36C4-4EC9-A989-3E2EDB21D629}" destId="{2AD0079A-E270-49B5-A53D-8C36A2C3CB47}" srcOrd="1" destOrd="0" presId="urn:microsoft.com/office/officeart/2005/8/layout/hierarchy1#1"/>
    <dgm:cxn modelId="{BBD65D4F-6296-4B60-8C3F-D722AB4DA875}" type="presParOf" srcId="{51991789-5152-4471-955B-F5851DA5569E}" destId="{E16560F3-D9AC-4926-B968-026ACF668FD4}" srcOrd="1" destOrd="0" presId="urn:microsoft.com/office/officeart/2005/8/layout/hierarchy1#1"/>
    <dgm:cxn modelId="{64144AD8-BCC1-4D66-B780-A4E1AFF9A756}" type="presParOf" srcId="{E16560F3-D9AC-4926-B968-026ACF668FD4}" destId="{D2089556-14D6-4616-B814-8E837F573B82}" srcOrd="0" destOrd="0" presId="urn:microsoft.com/office/officeart/2005/8/layout/hierarchy1#1"/>
    <dgm:cxn modelId="{6F3D7D08-D3EB-40B7-9259-BDD1F6DD3B31}" type="presParOf" srcId="{E16560F3-D9AC-4926-B968-026ACF668FD4}" destId="{455FA784-1F6B-4012-992E-127F14B31E1D}" srcOrd="1" destOrd="0" presId="urn:microsoft.com/office/officeart/2005/8/layout/hierarchy1#1"/>
    <dgm:cxn modelId="{34DA5F55-640F-40D1-AB87-4F4DBBE109E0}" type="presParOf" srcId="{455FA784-1F6B-4012-992E-127F14B31E1D}" destId="{04D6638C-3270-4CC3-BE3B-CFEB9CF3EFB3}" srcOrd="0" destOrd="0" presId="urn:microsoft.com/office/officeart/2005/8/layout/hierarchy1#1"/>
    <dgm:cxn modelId="{2F81F853-7E62-4681-B062-9B1FA7FC9CBA}" type="presParOf" srcId="{04D6638C-3270-4CC3-BE3B-CFEB9CF3EFB3}" destId="{1E4BCBA8-0434-4C25-ADFB-C0A217E23BA8}" srcOrd="0" destOrd="0" presId="urn:microsoft.com/office/officeart/2005/8/layout/hierarchy1#1"/>
    <dgm:cxn modelId="{22278151-5AA9-4E67-BA97-E6F89EE3B63E}" type="presParOf" srcId="{04D6638C-3270-4CC3-BE3B-CFEB9CF3EFB3}" destId="{AA9ADDE3-FE52-478C-9267-E875068EF036}" srcOrd="1" destOrd="0" presId="urn:microsoft.com/office/officeart/2005/8/layout/hierarchy1#1"/>
    <dgm:cxn modelId="{2CBB8F73-3E7A-4AF3-8855-A9CD319816B7}" type="presParOf" srcId="{455FA784-1F6B-4012-992E-127F14B31E1D}" destId="{3AD9146D-9805-43C2-9166-A2B954DB391E}" srcOrd="1" destOrd="0" presId="urn:microsoft.com/office/officeart/2005/8/layout/hierarchy1#1"/>
    <dgm:cxn modelId="{277E966A-F20F-4698-87B5-A25EA412D7BE}" type="presParOf" srcId="{E16560F3-D9AC-4926-B968-026ACF668FD4}" destId="{1C1229BB-502F-4CC5-A941-8E952FF0A78D}" srcOrd="2" destOrd="0" presId="urn:microsoft.com/office/officeart/2005/8/layout/hierarchy1#1"/>
    <dgm:cxn modelId="{F08EC924-3194-4472-9C00-3B5ECCF1FDB9}" type="presParOf" srcId="{E16560F3-D9AC-4926-B968-026ACF668FD4}" destId="{9B8173F9-7F92-4F1C-A7CD-86F097903DCA}" srcOrd="3" destOrd="0" presId="urn:microsoft.com/office/officeart/2005/8/layout/hierarchy1#1"/>
    <dgm:cxn modelId="{FEFFE8FC-93C6-4313-9D63-D9D7EBCCD4A2}" type="presParOf" srcId="{9B8173F9-7F92-4F1C-A7CD-86F097903DCA}" destId="{69068AF0-CB5D-436B-BA03-44252A3CD7BB}" srcOrd="0" destOrd="0" presId="urn:microsoft.com/office/officeart/2005/8/layout/hierarchy1#1"/>
    <dgm:cxn modelId="{FD404C99-1EEE-466B-A302-52ADA4920FA9}" type="presParOf" srcId="{69068AF0-CB5D-436B-BA03-44252A3CD7BB}" destId="{63654E40-1613-4E2E-8862-3E787291821E}" srcOrd="0" destOrd="0" presId="urn:microsoft.com/office/officeart/2005/8/layout/hierarchy1#1"/>
    <dgm:cxn modelId="{19C77E1D-F0CB-4F0C-BE98-6EEBEA05B2F4}" type="presParOf" srcId="{69068AF0-CB5D-436B-BA03-44252A3CD7BB}" destId="{969B4B80-9C63-401C-9EE6-6088046A1E1E}" srcOrd="1" destOrd="0" presId="urn:microsoft.com/office/officeart/2005/8/layout/hierarchy1#1"/>
    <dgm:cxn modelId="{EB57EB74-C218-4DCF-B3F7-8BC328FC5D07}" type="presParOf" srcId="{9B8173F9-7F92-4F1C-A7CD-86F097903DCA}" destId="{B1C48F68-82D4-47C0-B7E1-199D79B4D66B}" srcOrd="1" destOrd="0" presId="urn:microsoft.com/office/officeart/2005/8/layout/hierarchy1#1"/>
    <dgm:cxn modelId="{B69106B4-D2AB-4E63-9B85-05DC2B233B97}" type="presParOf" srcId="{E16560F3-D9AC-4926-B968-026ACF668FD4}" destId="{8853FB0B-C346-434B-ADCF-5FC98BC931EB}" srcOrd="4" destOrd="0" presId="urn:microsoft.com/office/officeart/2005/8/layout/hierarchy1#1"/>
    <dgm:cxn modelId="{CE72607F-4C91-456F-97E2-DBDD6AA89547}" type="presParOf" srcId="{E16560F3-D9AC-4926-B968-026ACF668FD4}" destId="{728EA1CA-1C6D-459E-8C1F-59FE19AC7529}" srcOrd="5" destOrd="0" presId="urn:microsoft.com/office/officeart/2005/8/layout/hierarchy1#1"/>
    <dgm:cxn modelId="{565C9EE7-516D-449C-819E-1E95D8B65B2E}" type="presParOf" srcId="{728EA1CA-1C6D-459E-8C1F-59FE19AC7529}" destId="{6BBF4037-DA6B-4D1A-A45F-346E19321378}" srcOrd="0" destOrd="0" presId="urn:microsoft.com/office/officeart/2005/8/layout/hierarchy1#1"/>
    <dgm:cxn modelId="{72153A32-9338-4242-9D6F-851CE83248C6}" type="presParOf" srcId="{6BBF4037-DA6B-4D1A-A45F-346E19321378}" destId="{6E945EB4-11D5-46EF-A235-8619B050E720}" srcOrd="0" destOrd="0" presId="urn:microsoft.com/office/officeart/2005/8/layout/hierarchy1#1"/>
    <dgm:cxn modelId="{4A11D208-6EBF-4732-ACC9-90A8FAF30D11}" type="presParOf" srcId="{6BBF4037-DA6B-4D1A-A45F-346E19321378}" destId="{D108DB8E-FF82-4A63-B33C-0322389EB377}" srcOrd="1" destOrd="0" presId="urn:microsoft.com/office/officeart/2005/8/layout/hierarchy1#1"/>
    <dgm:cxn modelId="{141FDBB8-F98A-4B2C-90B8-849A41AEDEA8}" type="presParOf" srcId="{728EA1CA-1C6D-459E-8C1F-59FE19AC7529}" destId="{F27EF812-2E70-4F8E-BF37-D70CE0B51D82}" srcOrd="1" destOrd="0" presId="urn:microsoft.com/office/officeart/2005/8/layout/hierarchy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3FB0B-C346-434B-ADCF-5FC98BC931EB}">
      <dsp:nvSpPr>
        <dsp:cNvPr id="0" name=""/>
        <dsp:cNvSpPr/>
      </dsp:nvSpPr>
      <dsp:spPr>
        <a:xfrm>
          <a:off x="5925362" y="1847213"/>
          <a:ext cx="784908" cy="657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8659"/>
              </a:lnTo>
              <a:lnTo>
                <a:pt x="784908" y="588659"/>
              </a:lnTo>
              <a:lnTo>
                <a:pt x="784908" y="6572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1229BB-502F-4CC5-A941-8E952FF0A78D}">
      <dsp:nvSpPr>
        <dsp:cNvPr id="0" name=""/>
        <dsp:cNvSpPr/>
      </dsp:nvSpPr>
      <dsp:spPr>
        <a:xfrm>
          <a:off x="5813316" y="1847213"/>
          <a:ext cx="91440" cy="657258"/>
        </a:xfrm>
        <a:custGeom>
          <a:avLst/>
          <a:gdLst/>
          <a:ahLst/>
          <a:cxnLst/>
          <a:rect l="0" t="0" r="0" b="0"/>
          <a:pathLst>
            <a:path>
              <a:moveTo>
                <a:pt x="112046" y="0"/>
              </a:moveTo>
              <a:lnTo>
                <a:pt x="112046" y="588659"/>
              </a:lnTo>
              <a:lnTo>
                <a:pt x="45720" y="588659"/>
              </a:lnTo>
              <a:lnTo>
                <a:pt x="45720" y="6572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89556-14D6-4616-B814-8E837F573B82}">
      <dsp:nvSpPr>
        <dsp:cNvPr id="0" name=""/>
        <dsp:cNvSpPr/>
      </dsp:nvSpPr>
      <dsp:spPr>
        <a:xfrm>
          <a:off x="4930529" y="1847213"/>
          <a:ext cx="994833" cy="657258"/>
        </a:xfrm>
        <a:custGeom>
          <a:avLst/>
          <a:gdLst/>
          <a:ahLst/>
          <a:cxnLst/>
          <a:rect l="0" t="0" r="0" b="0"/>
          <a:pathLst>
            <a:path>
              <a:moveTo>
                <a:pt x="994833" y="0"/>
              </a:moveTo>
              <a:lnTo>
                <a:pt x="994833" y="588659"/>
              </a:lnTo>
              <a:lnTo>
                <a:pt x="0" y="588659"/>
              </a:lnTo>
              <a:lnTo>
                <a:pt x="0" y="6572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231E7C-4FDE-497D-A39E-88E32DEE7EB7}">
      <dsp:nvSpPr>
        <dsp:cNvPr id="0" name=""/>
        <dsp:cNvSpPr/>
      </dsp:nvSpPr>
      <dsp:spPr>
        <a:xfrm>
          <a:off x="3338796" y="719737"/>
          <a:ext cx="2586566" cy="657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8659"/>
              </a:lnTo>
              <a:lnTo>
                <a:pt x="2586566" y="588659"/>
              </a:lnTo>
              <a:lnTo>
                <a:pt x="2586566" y="657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8F2D4C-A708-4802-9B7D-3B9503C0FDFB}">
      <dsp:nvSpPr>
        <dsp:cNvPr id="0" name=""/>
        <dsp:cNvSpPr/>
      </dsp:nvSpPr>
      <dsp:spPr>
        <a:xfrm>
          <a:off x="3338792" y="1847213"/>
          <a:ext cx="663222" cy="657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8659"/>
              </a:lnTo>
              <a:lnTo>
                <a:pt x="663222" y="588659"/>
              </a:lnTo>
              <a:lnTo>
                <a:pt x="663222" y="6572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60DB33-87A9-473F-9091-847F883AD29C}">
      <dsp:nvSpPr>
        <dsp:cNvPr id="0" name=""/>
        <dsp:cNvSpPr/>
      </dsp:nvSpPr>
      <dsp:spPr>
        <a:xfrm>
          <a:off x="3139827" y="1847213"/>
          <a:ext cx="198964" cy="657258"/>
        </a:xfrm>
        <a:custGeom>
          <a:avLst/>
          <a:gdLst/>
          <a:ahLst/>
          <a:cxnLst/>
          <a:rect l="0" t="0" r="0" b="0"/>
          <a:pathLst>
            <a:path>
              <a:moveTo>
                <a:pt x="198964" y="0"/>
              </a:moveTo>
              <a:lnTo>
                <a:pt x="198964" y="588659"/>
              </a:lnTo>
              <a:lnTo>
                <a:pt x="0" y="588659"/>
              </a:lnTo>
              <a:lnTo>
                <a:pt x="0" y="6572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A98560-5CD1-4D09-AE08-08173B55F44B}">
      <dsp:nvSpPr>
        <dsp:cNvPr id="0" name=""/>
        <dsp:cNvSpPr/>
      </dsp:nvSpPr>
      <dsp:spPr>
        <a:xfrm>
          <a:off x="2211320" y="1847213"/>
          <a:ext cx="1127471" cy="657258"/>
        </a:xfrm>
        <a:custGeom>
          <a:avLst/>
          <a:gdLst/>
          <a:ahLst/>
          <a:cxnLst/>
          <a:rect l="0" t="0" r="0" b="0"/>
          <a:pathLst>
            <a:path>
              <a:moveTo>
                <a:pt x="1127471" y="0"/>
              </a:moveTo>
              <a:lnTo>
                <a:pt x="1127471" y="588659"/>
              </a:lnTo>
              <a:lnTo>
                <a:pt x="0" y="588659"/>
              </a:lnTo>
              <a:lnTo>
                <a:pt x="0" y="65725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CAABF7-A1DD-4D23-A2F7-46FA8FC72BB4}">
      <dsp:nvSpPr>
        <dsp:cNvPr id="0" name=""/>
        <dsp:cNvSpPr/>
      </dsp:nvSpPr>
      <dsp:spPr>
        <a:xfrm>
          <a:off x="3293072" y="719737"/>
          <a:ext cx="91440" cy="657258"/>
        </a:xfrm>
        <a:custGeom>
          <a:avLst/>
          <a:gdLst/>
          <a:ahLst/>
          <a:cxnLst/>
          <a:rect l="0" t="0" r="0" b="0"/>
          <a:pathLst>
            <a:path>
              <a:moveTo>
                <a:pt x="45724" y="0"/>
              </a:moveTo>
              <a:lnTo>
                <a:pt x="45724" y="588659"/>
              </a:lnTo>
              <a:lnTo>
                <a:pt x="45720" y="588659"/>
              </a:lnTo>
              <a:lnTo>
                <a:pt x="45720" y="657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4FB0B6-0C7E-4B93-AC57-9362247A8269}">
      <dsp:nvSpPr>
        <dsp:cNvPr id="0" name=""/>
        <dsp:cNvSpPr/>
      </dsp:nvSpPr>
      <dsp:spPr>
        <a:xfrm>
          <a:off x="818548" y="1847213"/>
          <a:ext cx="464257" cy="7235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54983"/>
              </a:lnTo>
              <a:lnTo>
                <a:pt x="464257" y="654983"/>
              </a:lnTo>
              <a:lnTo>
                <a:pt x="464257" y="723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3BC168-08CF-4DAB-9FA1-0E530B35A3D2}">
      <dsp:nvSpPr>
        <dsp:cNvPr id="0" name=""/>
        <dsp:cNvSpPr/>
      </dsp:nvSpPr>
      <dsp:spPr>
        <a:xfrm>
          <a:off x="420618" y="1847213"/>
          <a:ext cx="397930" cy="723582"/>
        </a:xfrm>
        <a:custGeom>
          <a:avLst/>
          <a:gdLst/>
          <a:ahLst/>
          <a:cxnLst/>
          <a:rect l="0" t="0" r="0" b="0"/>
          <a:pathLst>
            <a:path>
              <a:moveTo>
                <a:pt x="397930" y="0"/>
              </a:moveTo>
              <a:lnTo>
                <a:pt x="397930" y="654983"/>
              </a:lnTo>
              <a:lnTo>
                <a:pt x="0" y="654983"/>
              </a:lnTo>
              <a:lnTo>
                <a:pt x="0" y="72358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7A841B-DB59-44AC-85D4-E0483CBF424E}">
      <dsp:nvSpPr>
        <dsp:cNvPr id="0" name=""/>
        <dsp:cNvSpPr/>
      </dsp:nvSpPr>
      <dsp:spPr>
        <a:xfrm>
          <a:off x="818548" y="719737"/>
          <a:ext cx="2520247" cy="657258"/>
        </a:xfrm>
        <a:custGeom>
          <a:avLst/>
          <a:gdLst/>
          <a:ahLst/>
          <a:cxnLst/>
          <a:rect l="0" t="0" r="0" b="0"/>
          <a:pathLst>
            <a:path>
              <a:moveTo>
                <a:pt x="2520247" y="0"/>
              </a:moveTo>
              <a:lnTo>
                <a:pt x="2520247" y="588659"/>
              </a:lnTo>
              <a:lnTo>
                <a:pt x="0" y="588659"/>
              </a:lnTo>
              <a:lnTo>
                <a:pt x="0" y="657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59D59-6022-41F6-9AA2-C3E4AE9A06F9}">
      <dsp:nvSpPr>
        <dsp:cNvPr id="0" name=""/>
        <dsp:cNvSpPr/>
      </dsp:nvSpPr>
      <dsp:spPr>
        <a:xfrm>
          <a:off x="2968546" y="249520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44725D-14B4-4106-9952-2BE431B178D7}">
      <dsp:nvSpPr>
        <dsp:cNvPr id="0" name=""/>
        <dsp:cNvSpPr/>
      </dsp:nvSpPr>
      <dsp:spPr>
        <a:xfrm>
          <a:off x="3050823" y="327684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Memory</a:t>
          </a:r>
          <a:endParaRPr lang="en-IN" sz="1100" b="1" kern="1200" dirty="0"/>
        </a:p>
      </dsp:txBody>
      <dsp:txXfrm>
        <a:off x="3064595" y="341456"/>
        <a:ext cx="712955" cy="442673"/>
      </dsp:txXfrm>
    </dsp:sp>
    <dsp:sp modelId="{1FD32E4E-29D6-4472-B5DD-AD665036A487}">
      <dsp:nvSpPr>
        <dsp:cNvPr id="0" name=""/>
        <dsp:cNvSpPr/>
      </dsp:nvSpPr>
      <dsp:spPr>
        <a:xfrm>
          <a:off x="448298" y="1376995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44773C-34A1-4A55-8580-C3FC830A17F1}">
      <dsp:nvSpPr>
        <dsp:cNvPr id="0" name=""/>
        <dsp:cNvSpPr/>
      </dsp:nvSpPr>
      <dsp:spPr>
        <a:xfrm>
          <a:off x="530576" y="1455159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RAM</a:t>
          </a:r>
          <a:endParaRPr lang="en-IN" sz="1100" b="1" kern="1200" dirty="0"/>
        </a:p>
      </dsp:txBody>
      <dsp:txXfrm>
        <a:off x="544348" y="1468931"/>
        <a:ext cx="712955" cy="442673"/>
      </dsp:txXfrm>
    </dsp:sp>
    <dsp:sp modelId="{218A6957-40DD-483B-BC00-43D52C288797}">
      <dsp:nvSpPr>
        <dsp:cNvPr id="0" name=""/>
        <dsp:cNvSpPr/>
      </dsp:nvSpPr>
      <dsp:spPr>
        <a:xfrm>
          <a:off x="50368" y="2570795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60C2D98-EDD5-4C25-AC7B-B58723F5DF21}">
      <dsp:nvSpPr>
        <dsp:cNvPr id="0" name=""/>
        <dsp:cNvSpPr/>
      </dsp:nvSpPr>
      <dsp:spPr>
        <a:xfrm>
          <a:off x="132645" y="2648959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DRAM</a:t>
          </a:r>
          <a:endParaRPr lang="en-IN" sz="1100" b="1" kern="1200" dirty="0"/>
        </a:p>
      </dsp:txBody>
      <dsp:txXfrm>
        <a:off x="146417" y="2662731"/>
        <a:ext cx="712955" cy="442673"/>
      </dsp:txXfrm>
    </dsp:sp>
    <dsp:sp modelId="{60ED8DC3-20B2-4595-87D3-9147C5FF6B42}">
      <dsp:nvSpPr>
        <dsp:cNvPr id="0" name=""/>
        <dsp:cNvSpPr/>
      </dsp:nvSpPr>
      <dsp:spPr>
        <a:xfrm>
          <a:off x="912555" y="2570795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AF4F6A-40CC-455A-937A-7C5D6FEE33CF}">
      <dsp:nvSpPr>
        <dsp:cNvPr id="0" name=""/>
        <dsp:cNvSpPr/>
      </dsp:nvSpPr>
      <dsp:spPr>
        <a:xfrm>
          <a:off x="994833" y="2648959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SRAM</a:t>
          </a:r>
          <a:endParaRPr lang="en-IN" sz="1100" b="1" kern="1200" dirty="0"/>
        </a:p>
      </dsp:txBody>
      <dsp:txXfrm>
        <a:off x="1008605" y="2662731"/>
        <a:ext cx="712955" cy="442673"/>
      </dsp:txXfrm>
    </dsp:sp>
    <dsp:sp modelId="{2C701894-0889-40CD-8AB1-17F9EC44CEE7}">
      <dsp:nvSpPr>
        <dsp:cNvPr id="0" name=""/>
        <dsp:cNvSpPr/>
      </dsp:nvSpPr>
      <dsp:spPr>
        <a:xfrm>
          <a:off x="2968542" y="1376995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7BB37F-4267-4590-9863-E8D0CB85A4B8}">
      <dsp:nvSpPr>
        <dsp:cNvPr id="0" name=""/>
        <dsp:cNvSpPr/>
      </dsp:nvSpPr>
      <dsp:spPr>
        <a:xfrm>
          <a:off x="3050819" y="1455159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Hybrid</a:t>
          </a:r>
          <a:endParaRPr lang="en-IN" sz="1100" b="1" kern="1200" dirty="0"/>
        </a:p>
      </dsp:txBody>
      <dsp:txXfrm>
        <a:off x="3064591" y="1468931"/>
        <a:ext cx="712955" cy="442673"/>
      </dsp:txXfrm>
    </dsp:sp>
    <dsp:sp modelId="{6E9129D4-2865-4F15-A327-EBB2055E587D}">
      <dsp:nvSpPr>
        <dsp:cNvPr id="0" name=""/>
        <dsp:cNvSpPr/>
      </dsp:nvSpPr>
      <dsp:spPr>
        <a:xfrm>
          <a:off x="1841070" y="2504471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2708F5-2B83-4328-B5A3-E600487AAA7A}">
      <dsp:nvSpPr>
        <dsp:cNvPr id="0" name=""/>
        <dsp:cNvSpPr/>
      </dsp:nvSpPr>
      <dsp:spPr>
        <a:xfrm>
          <a:off x="1923348" y="2582635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NVRAM</a:t>
          </a:r>
          <a:endParaRPr lang="en-IN" sz="1100" b="1" kern="1200" dirty="0"/>
        </a:p>
      </dsp:txBody>
      <dsp:txXfrm>
        <a:off x="1937120" y="2596407"/>
        <a:ext cx="712955" cy="442673"/>
      </dsp:txXfrm>
    </dsp:sp>
    <dsp:sp modelId="{D93EF6EA-3764-4A63-84C6-BEB0A818DF98}">
      <dsp:nvSpPr>
        <dsp:cNvPr id="0" name=""/>
        <dsp:cNvSpPr/>
      </dsp:nvSpPr>
      <dsp:spPr>
        <a:xfrm>
          <a:off x="2769577" y="2504471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59D1D9-6951-4F9D-8315-0DD510617B4D}">
      <dsp:nvSpPr>
        <dsp:cNvPr id="0" name=""/>
        <dsp:cNvSpPr/>
      </dsp:nvSpPr>
      <dsp:spPr>
        <a:xfrm>
          <a:off x="2851854" y="2582635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FLASH</a:t>
          </a:r>
          <a:endParaRPr lang="en-IN" sz="1100" b="1" kern="1200" dirty="0"/>
        </a:p>
      </dsp:txBody>
      <dsp:txXfrm>
        <a:off x="2865626" y="2596407"/>
        <a:ext cx="712955" cy="442673"/>
      </dsp:txXfrm>
    </dsp:sp>
    <dsp:sp modelId="{740FED54-6F49-4441-94B3-0675A5FF1854}">
      <dsp:nvSpPr>
        <dsp:cNvPr id="0" name=""/>
        <dsp:cNvSpPr/>
      </dsp:nvSpPr>
      <dsp:spPr>
        <a:xfrm>
          <a:off x="3631765" y="2504471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2F1FF7-35AB-484C-BD63-DF727AC2D0A3}">
      <dsp:nvSpPr>
        <dsp:cNvPr id="0" name=""/>
        <dsp:cNvSpPr/>
      </dsp:nvSpPr>
      <dsp:spPr>
        <a:xfrm>
          <a:off x="3714042" y="2582635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EEPROM</a:t>
          </a:r>
          <a:endParaRPr lang="en-IN" sz="1100" b="1" kern="1200" dirty="0"/>
        </a:p>
      </dsp:txBody>
      <dsp:txXfrm>
        <a:off x="3727814" y="2596407"/>
        <a:ext cx="712955" cy="442673"/>
      </dsp:txXfrm>
    </dsp:sp>
    <dsp:sp modelId="{100D927E-F256-4E79-80C0-893414EDE856}">
      <dsp:nvSpPr>
        <dsp:cNvPr id="0" name=""/>
        <dsp:cNvSpPr/>
      </dsp:nvSpPr>
      <dsp:spPr>
        <a:xfrm>
          <a:off x="5555112" y="1376995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D0079A-E270-49B5-A53D-8C36A2C3CB47}">
      <dsp:nvSpPr>
        <dsp:cNvPr id="0" name=""/>
        <dsp:cNvSpPr/>
      </dsp:nvSpPr>
      <dsp:spPr>
        <a:xfrm>
          <a:off x="5637390" y="1455159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ROM</a:t>
          </a:r>
          <a:endParaRPr lang="en-IN" sz="1100" b="1" kern="1200" dirty="0"/>
        </a:p>
      </dsp:txBody>
      <dsp:txXfrm>
        <a:off x="5651162" y="1468931"/>
        <a:ext cx="712955" cy="442673"/>
      </dsp:txXfrm>
    </dsp:sp>
    <dsp:sp modelId="{1E4BCBA8-0434-4C25-ADFB-C0A217E23BA8}">
      <dsp:nvSpPr>
        <dsp:cNvPr id="0" name=""/>
        <dsp:cNvSpPr/>
      </dsp:nvSpPr>
      <dsp:spPr>
        <a:xfrm>
          <a:off x="4560279" y="2504471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9ADDE3-FE52-478C-9267-E875068EF036}">
      <dsp:nvSpPr>
        <dsp:cNvPr id="0" name=""/>
        <dsp:cNvSpPr/>
      </dsp:nvSpPr>
      <dsp:spPr>
        <a:xfrm>
          <a:off x="4642557" y="2582635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EPROM</a:t>
          </a:r>
          <a:endParaRPr lang="en-IN" sz="1100" b="1" kern="1200" dirty="0"/>
        </a:p>
      </dsp:txBody>
      <dsp:txXfrm>
        <a:off x="4656329" y="2596407"/>
        <a:ext cx="712955" cy="442673"/>
      </dsp:txXfrm>
    </dsp:sp>
    <dsp:sp modelId="{63654E40-1613-4E2E-8862-3E787291821E}">
      <dsp:nvSpPr>
        <dsp:cNvPr id="0" name=""/>
        <dsp:cNvSpPr/>
      </dsp:nvSpPr>
      <dsp:spPr>
        <a:xfrm>
          <a:off x="5488786" y="2504471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9B4B80-9C63-401C-9EE6-6088046A1E1E}">
      <dsp:nvSpPr>
        <dsp:cNvPr id="0" name=""/>
        <dsp:cNvSpPr/>
      </dsp:nvSpPr>
      <dsp:spPr>
        <a:xfrm>
          <a:off x="5571064" y="2582635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PROM</a:t>
          </a:r>
          <a:endParaRPr lang="en-IN" sz="1100" b="1" kern="1200" dirty="0"/>
        </a:p>
      </dsp:txBody>
      <dsp:txXfrm>
        <a:off x="5584836" y="2596407"/>
        <a:ext cx="712955" cy="442673"/>
      </dsp:txXfrm>
    </dsp:sp>
    <dsp:sp modelId="{6E945EB4-11D5-46EF-A235-8619B050E720}">
      <dsp:nvSpPr>
        <dsp:cNvPr id="0" name=""/>
        <dsp:cNvSpPr/>
      </dsp:nvSpPr>
      <dsp:spPr>
        <a:xfrm>
          <a:off x="6340021" y="2504471"/>
          <a:ext cx="740499" cy="470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08DB8E-FF82-4A63-B33C-0322389EB377}">
      <dsp:nvSpPr>
        <dsp:cNvPr id="0" name=""/>
        <dsp:cNvSpPr/>
      </dsp:nvSpPr>
      <dsp:spPr>
        <a:xfrm>
          <a:off x="6422299" y="2582635"/>
          <a:ext cx="740499" cy="470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Masked</a:t>
          </a:r>
          <a:endParaRPr lang="en-IN" sz="1100" b="1" kern="1200" dirty="0"/>
        </a:p>
      </dsp:txBody>
      <dsp:txXfrm>
        <a:off x="6436071" y="2596407"/>
        <a:ext cx="712955" cy="4426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#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srcNode" val="background"/>
                    <dgm:param type="dstNode" val="background2"/>
                    <dgm:param type="dim" val="1D"/>
                    <dgm:param type="endSty" val="noArr"/>
                    <dgm:param type="connRout" val="bend"/>
                    <dgm:param type="begPts" val="bCtr"/>
                    <dgm:param type="endPts" val="tCtr"/>
                    <dgm:param type="bendPt" val="end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srcNode" val="background2"/>
                            <dgm:param type="dstNode" val="background3"/>
                            <dgm:param type="dim" val="1D"/>
                            <dgm:param type="endSty" val="noArr"/>
                            <dgm:param type="connRout" val="bend"/>
                            <dgm:param type="begPts" val="bCtr"/>
                            <dgm:param type="endPts" val="tCtr"/>
                            <dgm:param type="bendPt" val="end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srcNode" val="background3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if>
                                    <dgm:else name="Name26">
                                      <dgm:alg type="conn">
                                        <dgm:param type="srcNode" val="background4"/>
                                        <dgm:param type="dstNode" val="background4"/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gPts" val="bCtr"/>
                                        <dgm:param type="endPts" val="tCtr"/>
                                        <dgm:param type="bendPt" val="end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1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043612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E9EDE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-1"/>
            <a:ext cx="9144000" cy="6379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21" y="3834987"/>
            <a:ext cx="3397831" cy="76791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637952"/>
            <a:ext cx="4572000" cy="450554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</a:p>
          <a:p>
            <a:pPr lvl="1" fontAlgn="base"/>
            <a:r>
              <a:rPr lang="en-US" strike="noStrike" noProof="1"/>
              <a:t>Second level</a:t>
            </a:r>
          </a:p>
          <a:p>
            <a:pPr lvl="2" fontAlgn="base"/>
            <a:r>
              <a:rPr lang="en-US" strike="noStrike" noProof="1"/>
              <a:t>Third level</a:t>
            </a:r>
          </a:p>
          <a:p>
            <a:pPr lvl="3" fontAlgn="base"/>
            <a:r>
              <a:rPr lang="en-US" strike="noStrike" noProof="1"/>
              <a:t>Fourth level</a:t>
            </a:r>
          </a:p>
          <a:p>
            <a:pPr lvl="4" fontAlgn="base"/>
            <a:r>
              <a:rPr lang="en-US" strike="noStrike" noProof="1"/>
              <a:t>Fifth level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image" Target="../media/image2.png" /><Relationship Id="rId5" Type="http://schemas.openxmlformats.org/officeDocument/2006/relationships/slideLayout" Target="../slideLayouts/slideLayout5.xml" /><Relationship Id="rId10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 panose="020B0503030101060003"/>
              <a:buNone/>
              <a:defRPr sz="2800" b="1"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 panose="020F0502020204030203"/>
              <a:buChar char="●"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-1018"/>
            <a:ext cx="9144000" cy="643090"/>
            <a:chOff x="1649" y="1379198"/>
            <a:chExt cx="9144000" cy="643090"/>
          </a:xfrm>
        </p:grpSpPr>
        <p:sp>
          <p:nvSpPr>
            <p:cNvPr id="17" name="Rectangle 16"/>
            <p:cNvSpPr/>
            <p:nvPr/>
          </p:nvSpPr>
          <p:spPr>
            <a:xfrm>
              <a:off x="1649" y="1379198"/>
              <a:ext cx="9144000" cy="643090"/>
            </a:xfrm>
            <a:prstGeom prst="rect">
              <a:avLst/>
            </a:prstGeom>
            <a:solidFill>
              <a:srgbClr val="E9ED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107" y="1408116"/>
              <a:ext cx="2477760" cy="559974"/>
            </a:xfrm>
            <a:prstGeom prst="rect">
              <a:avLst/>
            </a:prstGeom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1809" y="1380217"/>
              <a:ext cx="1913839" cy="639666"/>
            </a:xfrm>
            <a:prstGeom prst="rect">
              <a:avLst/>
            </a:prstGeom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.png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hyperlink" Target="https://i1.wp.com/electricalfundablog.com/wp-content/uploads/2018/09/Classification-of-Communication-Protocols.png?ssl=1" TargetMode="Externa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hyperlink" Target="https://i1.wp.com/electricalfundablog.com/wp-content/uploads/2018/09/inter-system.png?ssl=1" TargetMode="External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lt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50" y="9917"/>
            <a:ext cx="9144000" cy="64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627961" y="1322450"/>
            <a:ext cx="7789589" cy="166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dirty="0">
                <a:ln w="11430"/>
                <a:solidFill>
                  <a:srgbClr val="A2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Embedded  System Basics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248" y="2"/>
            <a:ext cx="1953749" cy="6530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221" y="3834987"/>
            <a:ext cx="3397831" cy="76791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545" y="1363230"/>
            <a:ext cx="7688700" cy="2261100"/>
          </a:xfrm>
        </p:spPr>
        <p:txBody>
          <a:bodyPr/>
          <a:lstStyle/>
          <a:p>
            <a:pPr marL="146050" indent="0" algn="just">
              <a:buNone/>
            </a:pPr>
            <a:r>
              <a:rPr lang="en-IN" altLang="en-US" sz="3600"/>
              <a:t>		Embedded System </a:t>
            </a:r>
          </a:p>
          <a:p>
            <a:pPr marL="146050" indent="0" algn="just">
              <a:buNone/>
            </a:pPr>
            <a:r>
              <a:rPr lang="en-US" sz="1800" b="1"/>
              <a:t>An embedded system is a microprocessor-based computer hardware system with software that is designed to perform a dedicated function, either as an independent system or as a part of a large system. At the core is an integrated circuit designed to carry out computation for real-time operations.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Future Trends in Embedded Systems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9725" y="2026920"/>
            <a:ext cx="7766685" cy="2729865"/>
          </a:xfrm>
        </p:spPr>
        <p:txBody>
          <a:bodyPr/>
          <a:lstStyle/>
          <a:p>
            <a:pPr algn="just"/>
            <a:r>
              <a:rPr lang="en-US" sz="1600" b="1"/>
              <a:t>The industry for embedded systems is expected to continue growing rapidly, driven by the continued development of Artificial Intelligence (AI), Virtual Reality (VR) and Augmented Reality (AR), machine learning , deep learning, and the Internet of Things (IoT). </a:t>
            </a:r>
          </a:p>
          <a:p>
            <a:pPr marL="146050" indent="0" algn="just">
              <a:buNone/>
            </a:pPr>
            <a:endParaRPr lang="en-US" sz="1600" b="1"/>
          </a:p>
          <a:p>
            <a:pPr algn="just"/>
            <a:r>
              <a:rPr lang="en-US" sz="1600" b="1"/>
              <a:t>According to a 2018 report published by QYResearch, the global market for the embedded systems industry was valued at $68.9 billion in 2017 and is expected to rise to $105.7 billion by the end of 2025.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Its All About Embedded: What makes an embedded System called as Embedded:  An overview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67363" y="37574"/>
            <a:ext cx="4566708" cy="474235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555" y="1230489"/>
            <a:ext cx="8500533" cy="3476978"/>
          </a:xfrm>
        </p:spPr>
        <p:txBody>
          <a:bodyPr numCol="1"/>
          <a:lstStyle/>
          <a:p>
            <a:pPr>
              <a:buClr>
                <a:srgbClr val="0000FF"/>
              </a:buClr>
              <a:buSzPct val="100000"/>
              <a:buNone/>
            </a:pPr>
            <a:r>
              <a:rPr lang="en-IN" sz="2400" b="1" dirty="0">
                <a:solidFill>
                  <a:srgbClr val="2C3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in Automobiles and  in telecommunications</a:t>
            </a:r>
            <a:endParaRPr lang="en-IN" sz="2400" dirty="0">
              <a:solidFill>
                <a:srgbClr val="2C3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and cruise control system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Body or Engine safety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Entertainment and multimedia in car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 and Mobile access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Robotics in assembly line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communication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computing and networking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790222"/>
            <a:ext cx="7688700" cy="3549753"/>
          </a:xfrm>
        </p:spPr>
        <p:txBody>
          <a:bodyPr/>
          <a:lstStyle/>
          <a:p>
            <a:pPr>
              <a:buNone/>
            </a:pPr>
            <a:r>
              <a:rPr lang="en-IN" sz="2400" b="1" dirty="0">
                <a:solidFill>
                  <a:srgbClr val="007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</a:t>
            </a:r>
            <a:endParaRPr lang="en-IN" sz="2400" dirty="0">
              <a:solidFill>
                <a:srgbClr val="0070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and Monitors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 Systems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cards and printers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in Consumer Electronics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Cameras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top Boxes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Definition TVs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DVDs</a:t>
            </a:r>
          </a:p>
          <a:p>
            <a:endParaRPr lang="en-IN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1140178"/>
            <a:ext cx="7688700" cy="3199797"/>
          </a:xfrm>
        </p:spPr>
        <p:txBody>
          <a:bodyPr/>
          <a:lstStyle/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in Smart Cards, Missiles and Satellites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systems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Telephone and banking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Defense and aerospace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in Peripherals  &amp; Computer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Embedded system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2019" y="666044"/>
            <a:ext cx="8457848" cy="4477456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0623" y="756356"/>
            <a:ext cx="8963378" cy="3905954"/>
          </a:xfrm>
        </p:spPr>
        <p:txBody>
          <a:bodyPr/>
          <a:lstStyle/>
          <a:p>
            <a:pPr>
              <a:buClr>
                <a:srgbClr val="007033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7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are termed as the devices that generate an electrical signal or optical output signal corresponding to the variations in the level of inputs. 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Sensor</a:t>
            </a: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Sensor</a:t>
            </a: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</a:t>
            </a: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 Sensor</a:t>
            </a: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Proximity Sensors</a:t>
            </a: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Pressure Sensor</a:t>
            </a: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Sensors</a:t>
            </a:r>
          </a:p>
          <a:p>
            <a:pPr fontAlgn="base"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C90D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Smoke and Gas Sensors</a:t>
            </a:r>
          </a:p>
          <a:p>
            <a:pPr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</a:pP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Basic-Senso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835" y="1810385"/>
            <a:ext cx="3140710" cy="27495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0933" y="677332"/>
            <a:ext cx="8873067" cy="4120445"/>
          </a:xfrm>
        </p:spPr>
        <p:txBody>
          <a:bodyPr/>
          <a:lstStyle/>
          <a:p>
            <a:pPr>
              <a:buClr>
                <a:srgbClr val="007033"/>
              </a:buClr>
              <a:buSzPct val="100000"/>
            </a:pPr>
            <a:r>
              <a:rPr lang="en-IN" sz="2400" dirty="0">
                <a:solidFill>
                  <a:srgbClr val="0070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actuator is a part of a device or machine that helps it to achieve physical movements by converting energy, often electrical, air, or hydraulic, into mechanical force.</a:t>
            </a:r>
          </a:p>
          <a:p>
            <a:pPr>
              <a:buClr>
                <a:srgbClr val="0000FF"/>
              </a:buClr>
              <a:buSzPct val="100000"/>
            </a:pPr>
            <a:endParaRPr lang="en-IN" sz="24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FF"/>
              </a:buClr>
              <a:buSzPct val="100000"/>
            </a:pPr>
            <a:r>
              <a:rPr lang="en-I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motors</a:t>
            </a:r>
          </a:p>
          <a:p>
            <a:pPr>
              <a:buClr>
                <a:srgbClr val="0000FF"/>
              </a:buClr>
              <a:buSzPct val="100000"/>
            </a:pPr>
            <a:r>
              <a:rPr lang="en-I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Solenoids</a:t>
            </a:r>
          </a:p>
          <a:p>
            <a:pPr>
              <a:buClr>
                <a:srgbClr val="0000FF"/>
              </a:buClr>
              <a:buSzPct val="100000"/>
            </a:pPr>
            <a:r>
              <a:rPr lang="en-I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drive stepper motors</a:t>
            </a:r>
          </a:p>
          <a:p>
            <a:pPr>
              <a:buClr>
                <a:srgbClr val="0000FF"/>
              </a:buClr>
              <a:buSzPct val="100000"/>
            </a:pPr>
            <a:r>
              <a:rPr lang="en-I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Hydraulic cylinder</a:t>
            </a:r>
          </a:p>
          <a:p>
            <a:pPr>
              <a:buClr>
                <a:srgbClr val="0000FF"/>
              </a:buClr>
              <a:buSzPct val="100000"/>
            </a:pPr>
            <a:r>
              <a:rPr lang="en-I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Piezoelectric actuator</a:t>
            </a:r>
          </a:p>
          <a:p>
            <a:pPr>
              <a:buClr>
                <a:srgbClr val="0000FF"/>
              </a:buClr>
              <a:buSzPct val="100000"/>
            </a:pPr>
            <a:endParaRPr lang="en-IN" dirty="0">
              <a:solidFill>
                <a:srgbClr val="C90D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0000FF"/>
              </a:buClr>
              <a:buSzPct val="100000"/>
            </a:pPr>
            <a:endParaRPr lang="en-IN" dirty="0">
              <a:solidFill>
                <a:srgbClr val="C90D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types-of-actua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20" y="2125980"/>
            <a:ext cx="3779520" cy="25374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50" y="811285"/>
            <a:ext cx="7688700" cy="535200"/>
          </a:xfrm>
        </p:spPr>
        <p:txBody>
          <a:bodyPr/>
          <a:lstStyle/>
          <a:p>
            <a:r>
              <a:rPr lang="en-US"/>
              <a:t>Classification of Embedded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Types-of-Embedded-systems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15" y="1372870"/>
            <a:ext cx="8120380" cy="296735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2257" y="1379968"/>
            <a:ext cx="5407426" cy="251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296577" y="1366091"/>
            <a:ext cx="3657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Peripherals are connected Externally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633" y="734458"/>
            <a:ext cx="8229600" cy="46638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r>
              <a:rPr lang="en-US" sz="2400" dirty="0">
                <a:solidFill>
                  <a:srgbClr val="C90DB3"/>
                </a:solidFill>
              </a:rPr>
              <a:t>MICROPROCESSOR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43050" y="1502723"/>
            <a:ext cx="5251464" cy="2601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4043189" y="1311007"/>
            <a:ext cx="3734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Peripheral are available on Chip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88755" y="771180"/>
            <a:ext cx="36205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90DB3"/>
                </a:solidFill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rPr>
              <a:t>MICROCONTROLLER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815248"/>
            <a:ext cx="7818304" cy="4054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7455" y="968596"/>
          <a:ext cx="8471972" cy="38156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235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5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432">
                <a:tc>
                  <a:txBody>
                    <a:bodyPr/>
                    <a:lstStyle/>
                    <a:p>
                      <a:pPr algn="ctr"/>
                      <a:r>
                        <a:rPr lang="en-IN" sz="1800" u="none" strike="noStrike" cap="none" dirty="0">
                          <a:sym typeface="Arial" panose="020B0604020202020204"/>
                        </a:rPr>
                        <a:t>Microprocessor</a:t>
                      </a:r>
                      <a:endParaRPr lang="en-IN" sz="18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u="none" strike="noStrike" cap="none" dirty="0">
                          <a:sym typeface="Arial" panose="020B0604020202020204"/>
                        </a:rPr>
                        <a:t>Microcontroller</a:t>
                      </a:r>
                      <a:endParaRPr lang="en-IN" sz="18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097"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CPU is stand-alone, RAM, ROM, I/O, timer are separate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CPU, RAM, ROM, I/O and timer are all on a single chip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097"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Designer can decide on the amount of ROM, RAM and I/O ports.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Fixed amount of on-chip ROM, RAM, I/O ports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432"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Versatility of applications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Limited</a:t>
                      </a:r>
                      <a:r>
                        <a:rPr lang="en-IN" sz="1600" baseline="0" dirty="0">
                          <a:solidFill>
                            <a:schemeClr val="bg2"/>
                          </a:solidFill>
                        </a:rPr>
                        <a:t> Applications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432"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General-purpose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Specific -purpose (control-oriented)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432"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Typically deep pipeline (5 stages)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Typically single-cycle/two-3 stage pipeline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432"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High power consumption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Low power consumption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5286"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Instruction sets focus on processing-intensive operations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cap="none" dirty="0">
                          <a:solidFill>
                            <a:schemeClr val="bg2"/>
                          </a:solidFill>
                          <a:sym typeface="Arial" panose="020B0604020202020204"/>
                        </a:rPr>
                        <a:t>Instruction sets focus on control and bit-level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062" y="602554"/>
            <a:ext cx="7688700" cy="535200"/>
          </a:xfrm>
        </p:spPr>
        <p:txBody>
          <a:bodyPr/>
          <a:lstStyle/>
          <a:p>
            <a:r>
              <a:rPr lang="en-IN" sz="2400" dirty="0">
                <a:solidFill>
                  <a:srgbClr val="C90DB3"/>
                </a:solidFill>
              </a:rPr>
              <a:t>Address, Data Bus, Control Bus</a:t>
            </a:r>
          </a:p>
        </p:txBody>
      </p:sp>
      <p:pic>
        <p:nvPicPr>
          <p:cNvPr id="26626" name="Picture 2" descr="https://media.geeksforgeeks.org/wp-content/uploads/Bus-Organization-System-of-8085-Microprocessor-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80501" y="1405102"/>
            <a:ext cx="6690918" cy="318893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95" y="635604"/>
            <a:ext cx="7688700" cy="535200"/>
          </a:xfrm>
        </p:spPr>
        <p:txBody>
          <a:bodyPr/>
          <a:lstStyle/>
          <a:p>
            <a:r>
              <a:rPr lang="en-IN" dirty="0">
                <a:solidFill>
                  <a:srgbClr val="C90DB3"/>
                </a:solidFill>
              </a:rPr>
              <a:t>RISC and CISC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1211855"/>
            <a:ext cx="7688700" cy="3723702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FF0000"/>
                </a:solidFill>
              </a:rPr>
              <a:t>CISC  (Complex Instruction Set Computing)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C328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Large number of instructions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C328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Complex Instructions available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C328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Less number of registers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C328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Operations  on Registers &amp; Memory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C328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Variable length instructions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C328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Pipelining difficult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2C328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Intel x86 family, Motorola 68000 series processor.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50" y="738130"/>
            <a:ext cx="7688700" cy="360184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dirty="0">
                <a:solidFill>
                  <a:srgbClr val="FF0000"/>
                </a:solidFill>
              </a:rPr>
              <a:t>RISC (Reduced Instruction Set Computing)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Limited number of instructions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Simpler processor architecture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Complex instruction obtained by executing a sequence of simple instructions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Large number of registers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Load Store architecture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Fixed length instructions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Pipelining  is easy.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8054B"/>
                </a:solidFill>
              </a:rPr>
              <a:t> ARM,ATMEL AVR, Microchip, PIC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IN" sz="1100" dirty="0"/>
          </a:p>
          <a:p>
            <a:endParaRPr lang="en-IN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012" y="646621"/>
            <a:ext cx="8491668" cy="535200"/>
          </a:xfrm>
        </p:spPr>
        <p:txBody>
          <a:bodyPr/>
          <a:lstStyle/>
          <a:p>
            <a:pPr>
              <a:tabLst>
                <a:tab pos="685800" algn="l"/>
              </a:tabLst>
            </a:pPr>
            <a:r>
              <a:rPr lang="en-US" sz="2400" dirty="0">
                <a:solidFill>
                  <a:srgbClr val="C90DB3"/>
                </a:solidFill>
              </a:rPr>
              <a:t>Von Neumann Architecture: (Single Memory)</a:t>
            </a:r>
            <a:endParaRPr lang="en-IN" sz="2400" dirty="0">
              <a:solidFill>
                <a:srgbClr val="C90DB3"/>
              </a:solidFill>
            </a:endParaRPr>
          </a:p>
        </p:txBody>
      </p:sp>
      <p:pic>
        <p:nvPicPr>
          <p:cNvPr id="4" name="Picture 19" descr="neuman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0669" y="1345894"/>
            <a:ext cx="7033352" cy="351667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893" y="668655"/>
            <a:ext cx="7688700" cy="535200"/>
          </a:xfrm>
        </p:spPr>
        <p:txBody>
          <a:bodyPr/>
          <a:lstStyle/>
          <a:p>
            <a:pPr>
              <a:tabLst>
                <a:tab pos="685800" algn="l"/>
              </a:tabLst>
            </a:pPr>
            <a:r>
              <a:rPr lang="en-US" sz="2400" dirty="0">
                <a:solidFill>
                  <a:srgbClr val="C90DB3"/>
                </a:solidFill>
              </a:rPr>
              <a:t>Harvard Architecture  (Dual Memory )</a:t>
            </a:r>
            <a:endParaRPr lang="en-IN" sz="2400" dirty="0">
              <a:solidFill>
                <a:srgbClr val="C90DB3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775" y="1377107"/>
            <a:ext cx="8141465" cy="330506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15" descr="harvar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5249" y="1277038"/>
            <a:ext cx="7271132" cy="36365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708" y="624587"/>
            <a:ext cx="7688700" cy="535200"/>
          </a:xfrm>
        </p:spPr>
        <p:txBody>
          <a:bodyPr/>
          <a:lstStyle/>
          <a:p>
            <a:r>
              <a:rPr lang="en-IN" dirty="0">
                <a:solidFill>
                  <a:srgbClr val="C90DB3"/>
                </a:solidFill>
              </a:rPr>
              <a:t>Pipelining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658" y="1333042"/>
            <a:ext cx="3922005" cy="3437262"/>
          </a:xfrm>
        </p:spPr>
        <p:txBody>
          <a:bodyPr/>
          <a:lstStyle/>
          <a:p>
            <a:pPr marL="176530" indent="-176530" algn="just"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Pipelining is a process of arrangement of hardware elements of the CPU such that its overall performance is increased. </a:t>
            </a:r>
          </a:p>
          <a:p>
            <a:pPr marL="176530" indent="-176530" algn="just"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Simultaneous execution of more than one instruction takes place in a pipelined processor.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5900" y="1217363"/>
            <a:ext cx="4446223" cy="2982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/>
          <p:nvPr/>
        </p:nvSpPr>
        <p:spPr>
          <a:xfrm>
            <a:off x="468086" y="590324"/>
            <a:ext cx="8229600" cy="574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 panose="020B0503030101060003"/>
              <a:buNone/>
              <a:defRPr/>
            </a:pPr>
            <a:r>
              <a:rPr kumimoji="0" lang="en-US" sz="2600" b="1" i="0" u="none" strike="noStrike" kern="0" cap="none" spc="0" normalizeH="0" baseline="0" noProof="0" dirty="0">
                <a:ln>
                  <a:noFill/>
                </a:ln>
                <a:solidFill>
                  <a:srgbClr val="C90DB3"/>
                </a:solidFill>
                <a:effectLst/>
                <a:uLnTx/>
                <a:uFillTx/>
                <a:latin typeface="Raleway" panose="020B0503030101060003"/>
                <a:ea typeface="Raleway" panose="020B0503030101060003"/>
                <a:cs typeface="Raleway" panose="020B0503030101060003"/>
                <a:sym typeface="Raleway" panose="020B0503030101060003"/>
              </a:rPr>
              <a:t>Synchronous and Asynchronous Buses</a:t>
            </a:r>
            <a:endParaRPr kumimoji="0" lang="en-IN" sz="2600" b="1" i="0" u="none" strike="noStrike" kern="0" cap="none" spc="0" normalizeH="0" baseline="0" noProof="0" dirty="0">
              <a:ln>
                <a:noFill/>
              </a:ln>
              <a:solidFill>
                <a:srgbClr val="C90DB3"/>
              </a:solidFill>
              <a:effectLst/>
              <a:uLnTx/>
              <a:uFillTx/>
              <a:latin typeface="Raleway" panose="020B0503030101060003"/>
              <a:ea typeface="Raleway" panose="020B0503030101060003"/>
              <a:cs typeface="Raleway" panose="020B0503030101060003"/>
              <a:sym typeface="Raleway" panose="020B0503030101060003"/>
            </a:endParaRPr>
          </a:p>
        </p:txBody>
      </p:sp>
      <p:sp>
        <p:nvSpPr>
          <p:cNvPr id="5" name="Text Placeholder 4"/>
          <p:cNvSpPr txBox="1"/>
          <p:nvPr/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 panose="020F0502020204030203"/>
              <a:buChar char="●"/>
              <a:defRPr/>
            </a:pPr>
            <a:endParaRPr kumimoji="0" lang="en-IN" sz="13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sp>
        <p:nvSpPr>
          <p:cNvPr id="6" name="Content Placeholder 5"/>
          <p:cNvSpPr txBox="1"/>
          <p:nvPr/>
        </p:nvSpPr>
        <p:spPr>
          <a:xfrm>
            <a:off x="457200" y="2174876"/>
            <a:ext cx="4040188" cy="4594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I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Placeholder 6"/>
          <p:cNvSpPr txBox="1"/>
          <p:nvPr/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Content Placeholder 7"/>
          <p:cNvSpPr txBox="1"/>
          <p:nvPr/>
        </p:nvSpPr>
        <p:spPr>
          <a:xfrm>
            <a:off x="4645025" y="838201"/>
            <a:ext cx="4041775" cy="18288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defRPr/>
            </a:pPr>
            <a:endParaRPr kumimoji="0" lang="en-I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799" y="1312984"/>
          <a:ext cx="7761514" cy="35858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88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0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95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20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Lato" panose="020F0502020204030203"/>
                        </a:rPr>
                        <a:t>Synchronous</a:t>
                      </a:r>
                      <a:endParaRPr kumimoji="0" lang="en-IN" sz="200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sym typeface="Lato" panose="020F0502020204030203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Arial" panose="020B0604020202020204"/>
                        </a:rPr>
                        <a:t>Asynchronous</a:t>
                      </a:r>
                      <a:endParaRPr kumimoji="0" lang="en-IN" sz="1600" u="none" strike="noStrike" kern="0" cap="none" spc="0" normalizeH="0" baseline="0" noProof="0" dirty="0">
                        <a:ln>
                          <a:noFill/>
                        </a:ln>
                        <a:effectLst/>
                        <a:uLnTx/>
                        <a:uFillTx/>
                        <a:sym typeface="Arial" panose="020B0604020202020204"/>
                      </a:endParaRPr>
                    </a:p>
                    <a:p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9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Clocked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Not clocked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8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Every device must run at same clock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Wide range of devices  Can be connected with different delay 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6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Very little logic and very fast.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Requires handshaking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956">
                <a:tc>
                  <a:txBody>
                    <a:bodyPr/>
                    <a:lstStyle/>
                    <a:p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Cannot be very long if fast.</a:t>
                      </a:r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Slow, But Long Transmission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8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Between CPU and Memory</a:t>
                      </a:r>
                      <a:endParaRPr kumimoji="0" lang="en-IN" sz="160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sym typeface="Arial" panose="020B0604020202020204"/>
                      </a:endParaRPr>
                    </a:p>
                    <a:p>
                      <a:endParaRPr lang="en-IN" sz="16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US" sz="160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sym typeface="Arial" panose="020B0604020202020204"/>
                        </a:rPr>
                        <a:t>Suited for communication between CPU and peripherals</a:t>
                      </a:r>
                      <a:endParaRPr kumimoji="0" lang="en-IN" sz="160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LnTx/>
                        <a:uFillTx/>
                        <a:sym typeface="Arial" panose="020B0604020202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420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Ex: USART, SPI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/>
                          </a:solidFill>
                        </a:rPr>
                        <a:t>Ex: UART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Communication Protocols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76985" y="2035810"/>
            <a:ext cx="675513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/>
              <a:t>Communication Protocols are a set of rules that allow two or more communication systems to communicate data via any physical medium</a:t>
            </a:r>
            <a:r>
              <a:rPr lang="en-IN" altLang="en-US"/>
              <a:t>.</a:t>
            </a:r>
          </a:p>
          <a:p>
            <a:pPr algn="just"/>
            <a:endParaRPr lang="en-IN" altLang="en-US"/>
          </a:p>
          <a:p>
            <a:pPr algn="just"/>
            <a:r>
              <a:rPr lang="en-US"/>
              <a:t>The rules, regulations, synchronization between communication systems, syntax to be followed and semantics are all defined by the term protocol.</a:t>
            </a:r>
          </a:p>
          <a:p>
            <a:pPr algn="just"/>
            <a:endParaRPr lang="en-US"/>
          </a:p>
          <a:p>
            <a:pPr algn="just"/>
            <a:r>
              <a:rPr lang="en-US"/>
              <a:t>Protocols can be implemented by both hardware and software or combination of both.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255395" y="3820160"/>
            <a:ext cx="683387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/>
              <a:t>In general, the communication protocols is associated with physical layer describing the signals incorporated, signal strength, hand shaking mechanism, bus arbitration, device addressing, wired or wireless, data lines etc.</a:t>
            </a: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1121410" y="1125855"/>
            <a:ext cx="6675755" cy="1229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/>
              <a:t>Types of Communication Protocols in Embedded Systems</a:t>
            </a:r>
          </a:p>
          <a:p>
            <a:endParaRPr lang="en-US"/>
          </a:p>
          <a:p>
            <a:r>
              <a:rPr lang="en-US"/>
              <a:t>Communication protocols are broadly classified into two types:</a:t>
            </a:r>
          </a:p>
          <a:p>
            <a:r>
              <a:rPr lang="en-US"/>
              <a:t>o	Inter System Protocol</a:t>
            </a:r>
          </a:p>
          <a:p>
            <a:r>
              <a:rPr lang="en-US"/>
              <a:t>o	Intra System Protocol</a:t>
            </a:r>
          </a:p>
        </p:txBody>
      </p:sp>
      <p:pic>
        <p:nvPicPr>
          <p:cNvPr id="5" name="Picture 1" descr="Classification of Communication Protocols">
            <a:hlinkClick r:id="rId2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72490" y="2351088"/>
            <a:ext cx="6096000" cy="2257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55015" y="1341120"/>
            <a:ext cx="709422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/>
              <a:t>Inter System Communication Protocols</a:t>
            </a:r>
          </a:p>
          <a:p>
            <a:r>
              <a:rPr lang="en-US"/>
              <a:t>Inter system protocols establish communication between two communicating devices i.e. between PC and microprocessor kit, developmental boards, etc. In this case, the communication is achieved through inter bus system.</a:t>
            </a:r>
          </a:p>
        </p:txBody>
      </p:sp>
      <p:pic>
        <p:nvPicPr>
          <p:cNvPr id="5" name="Picture 2" descr="inter system">
            <a:hlinkClick r:id="rId2"/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61560" y="2648585"/>
            <a:ext cx="3375025" cy="16471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Text Box 5"/>
          <p:cNvSpPr txBox="1"/>
          <p:nvPr/>
        </p:nvSpPr>
        <p:spPr>
          <a:xfrm>
            <a:off x="824865" y="2917825"/>
            <a:ext cx="4495165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Types of Inter System Communication Protocols</a:t>
            </a:r>
          </a:p>
          <a:p>
            <a:r>
              <a:rPr lang="en-US"/>
              <a:t>o	USB Communication protocols</a:t>
            </a:r>
          </a:p>
          <a:p>
            <a:r>
              <a:rPr lang="en-US"/>
              <a:t>o	UART Communication protocols</a:t>
            </a:r>
          </a:p>
          <a:p>
            <a:r>
              <a:rPr lang="en-US"/>
              <a:t>o	USART Communication protocols</a:t>
            </a: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1737995" y="751205"/>
            <a:ext cx="5728970" cy="4322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07060" y="1461770"/>
            <a:ext cx="773747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b="1"/>
              <a:t>Intra System Communication Protocols</a:t>
            </a:r>
          </a:p>
          <a:p>
            <a:r>
              <a:rPr lang="en-US"/>
              <a:t>The Intra system protocol establishes communication between components within the circuit board. </a:t>
            </a:r>
          </a:p>
          <a:p>
            <a:r>
              <a:rPr lang="en-US"/>
              <a:t> In embedded systems, intra system protocol increases the number of components connected to the controller.</a:t>
            </a:r>
          </a:p>
          <a:p>
            <a:r>
              <a:rPr lang="en-US"/>
              <a:t>Increase in components lead to circuit complexity and increase in power consumption. Intra system protocol promises secure access of data from the peripherals.</a:t>
            </a:r>
          </a:p>
          <a:p>
            <a:endParaRPr lang="en-US"/>
          </a:p>
          <a:p>
            <a:r>
              <a:rPr lang="en-US"/>
              <a:t>In embedded systems, all peripheral devices are connected as memory mapped devices to the microcontroller.</a:t>
            </a:r>
          </a:p>
          <a:p>
            <a:endParaRPr lang="en-US"/>
          </a:p>
          <a:p>
            <a:r>
              <a:rPr lang="en-US" b="1"/>
              <a:t>Types of Intra System Communication Protocols</a:t>
            </a:r>
          </a:p>
          <a:p>
            <a:r>
              <a:rPr lang="en-US"/>
              <a:t>o	I2C Protocol</a:t>
            </a:r>
          </a:p>
          <a:p>
            <a:r>
              <a:rPr lang="en-US"/>
              <a:t>o	SPI Protocol</a:t>
            </a:r>
          </a:p>
          <a:p>
            <a:r>
              <a:rPr lang="en-US"/>
              <a:t>o	CAN Protocol</a:t>
            </a: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1936115" y="739140"/>
            <a:ext cx="5647690" cy="4404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319530" y="1297940"/>
            <a:ext cx="502602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/>
              <a:t>Bluetooth</a:t>
            </a:r>
          </a:p>
          <a:p>
            <a:r>
              <a:rPr lang="en-US"/>
              <a:t>•	Standard: Bluetooth 4.2 core specification</a:t>
            </a:r>
          </a:p>
          <a:p>
            <a:r>
              <a:rPr lang="en-US"/>
              <a:t>•	Frequency: 2.4GHz (ISM)</a:t>
            </a:r>
          </a:p>
          <a:p>
            <a:r>
              <a:rPr lang="en-US"/>
              <a:t>•	Range: 50-150m (Smart/BLE)</a:t>
            </a:r>
          </a:p>
          <a:p>
            <a:r>
              <a:rPr lang="en-US"/>
              <a:t>•	Data Rates: 1Mbps (Smart/BLE)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315720" y="3036570"/>
            <a:ext cx="7571740" cy="1660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800" b="1"/>
              <a:t>GSM (Cellular)</a:t>
            </a:r>
          </a:p>
          <a:p>
            <a:r>
              <a:rPr lang="en-US"/>
              <a:t>•	Standard: GSM/GPRS/EDGE (2G), UMTS/HSPA (3G), LTE (4G)</a:t>
            </a:r>
          </a:p>
          <a:p>
            <a:r>
              <a:rPr lang="en-US"/>
              <a:t>•	Frequencies: 900/1800/1900/2100MHz</a:t>
            </a:r>
          </a:p>
          <a:p>
            <a:r>
              <a:rPr lang="en-US"/>
              <a:t>•	Range: 35km max for GSM; 200km max for HSPA</a:t>
            </a:r>
          </a:p>
          <a:p>
            <a:r>
              <a:rPr lang="en-US"/>
              <a:t>•	Data Rates (typical download): 35-170kps (GPRS), 120-384kbps (EDGE), </a:t>
            </a:r>
            <a:r>
              <a:rPr lang="en-IN" altLang="en-US"/>
              <a:t> </a:t>
            </a:r>
          </a:p>
          <a:p>
            <a:r>
              <a:rPr lang="en-IN" altLang="en-US"/>
              <a:t>                  </a:t>
            </a:r>
            <a:r>
              <a:rPr lang="en-US"/>
              <a:t>384Kbps-2Mbps (UMTS),</a:t>
            </a:r>
          </a:p>
          <a:p>
            <a:r>
              <a:rPr lang="en-US"/>
              <a:t>•	600kbps-10Mbps (HSPA), 3-10Mbps (LTE)</a:t>
            </a: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529590" y="1694815"/>
            <a:ext cx="791972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/>
              <a:t>WiFi</a:t>
            </a:r>
          </a:p>
          <a:p>
            <a:r>
              <a:rPr lang="en-US"/>
              <a:t>•	Standard: Based on 802.11n (most common usage in homes today)</a:t>
            </a:r>
          </a:p>
          <a:p>
            <a:r>
              <a:rPr lang="en-US"/>
              <a:t>•	Frequencies: 2.4GHz and 5GHz bands</a:t>
            </a:r>
          </a:p>
          <a:p>
            <a:r>
              <a:rPr lang="en-US"/>
              <a:t>•	Range: Approximately 50m</a:t>
            </a:r>
          </a:p>
          <a:p>
            <a:r>
              <a:rPr lang="en-US"/>
              <a:t>•	Data Rates: 600 Mbps maximum, but 150-200Mbps is more typical, depending on </a:t>
            </a:r>
            <a:r>
              <a:rPr lang="en-IN" altLang="en-US"/>
              <a:t>        </a:t>
            </a:r>
          </a:p>
          <a:p>
            <a:r>
              <a:rPr lang="en-IN" altLang="en-US"/>
              <a:t>                  </a:t>
            </a:r>
            <a:r>
              <a:rPr lang="en-US"/>
              <a:t>channel frequency used and number of antennas (latest 802.11-ac standard should </a:t>
            </a:r>
            <a:r>
              <a:rPr lang="en-IN" altLang="en-US"/>
              <a:t>  </a:t>
            </a:r>
          </a:p>
          <a:p>
            <a:r>
              <a:rPr lang="en-IN" altLang="en-US"/>
              <a:t>                  </a:t>
            </a:r>
            <a:r>
              <a:rPr lang="en-US"/>
              <a:t>offer 500Mbps to 1Gbps)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60070" y="3524250"/>
            <a:ext cx="8007350" cy="1260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/>
              <a:t>ZigBee</a:t>
            </a:r>
          </a:p>
          <a:p>
            <a:r>
              <a:rPr lang="en-US"/>
              <a:t>•	Standard: ZigBee 3.0 based on IEEE802.15.4</a:t>
            </a:r>
          </a:p>
          <a:p>
            <a:r>
              <a:rPr lang="en-US"/>
              <a:t>•	Frequency: 2.4GHz</a:t>
            </a:r>
          </a:p>
          <a:p>
            <a:r>
              <a:rPr lang="en-US"/>
              <a:t>•	Range: 10-100m</a:t>
            </a:r>
          </a:p>
          <a:p>
            <a:r>
              <a:rPr lang="en-US"/>
              <a:t>•	Data Rates: 250kbps</a:t>
            </a: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3"/>
          <p:cNvGraphicFramePr/>
          <p:nvPr/>
        </p:nvGraphicFramePr>
        <p:xfrm>
          <a:off x="1132114" y="1415144"/>
          <a:ext cx="7162799" cy="3374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1736" y="643736"/>
            <a:ext cx="7688700" cy="535200"/>
          </a:xfrm>
        </p:spPr>
        <p:txBody>
          <a:bodyPr/>
          <a:lstStyle/>
          <a:p>
            <a:r>
              <a:rPr lang="en-IN" dirty="0">
                <a:solidFill>
                  <a:srgbClr val="C90DB3"/>
                </a:solidFill>
              </a:rPr>
              <a:t>Memory System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0741" y="1371600"/>
          <a:ext cx="7903030" cy="2949093"/>
        </p:xfrm>
        <a:graphic>
          <a:graphicData uri="http://schemas.openxmlformats.org/drawingml/2006/table">
            <a:tbl>
              <a:tblPr/>
              <a:tblGrid>
                <a:gridCol w="395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1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solidFill>
                            <a:srgbClr val="C90DB3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DRAM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800" b="1" dirty="0">
                          <a:solidFill>
                            <a:srgbClr val="C90DB3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SRAM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92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Constructed from tiny capacitors that leaks the electricity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Constructed from D flip-flop, retains the data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Requires a refresh every few millisecond to maintain its data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Holds its data as long as power is available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Slower than SRAM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Faster than DRAM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Uses less power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Uses more power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Generates Less heat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IN" sz="1800" dirty="0">
                          <a:solidFill>
                            <a:schemeClr val="bg2"/>
                          </a:solidFill>
                          <a:latin typeface="Calibri" panose="020F0502020204030204"/>
                          <a:ea typeface="Calibri" panose="020F0502020204030204"/>
                          <a:cs typeface="Times New Roman" panose="02020603050405020304"/>
                        </a:rPr>
                        <a:t>Generates more heat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805543"/>
            <a:ext cx="8323385" cy="3897086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8054B"/>
              </a:buClr>
              <a:buSzPct val="100000"/>
              <a:buNone/>
            </a:pPr>
            <a:r>
              <a:rPr lang="en-IN" sz="2000" b="1" dirty="0">
                <a:solidFill>
                  <a:srgbClr val="C90DB3"/>
                </a:solidFill>
              </a:rPr>
              <a:t>EEPROM (</a:t>
            </a:r>
            <a:r>
              <a:rPr lang="en-IN" sz="1800" b="1" dirty="0">
                <a:solidFill>
                  <a:srgbClr val="C90DB3"/>
                </a:solidFill>
              </a:rPr>
              <a:t>Electrically Erasable and Programmable Read Only Memory)</a:t>
            </a:r>
            <a:endParaRPr lang="en-IN" sz="2000" b="1" dirty="0">
              <a:solidFill>
                <a:srgbClr val="C90DB3"/>
              </a:solidFill>
            </a:endParaRP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EEPROM is programmed and erased electrically. 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It can be erased and reprogrammed about ten thousand times. 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Both erasing and programming take about 4 to 10 ms (millisecond). 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In EEPROM, any location can be selectively erased and programmed. </a:t>
            </a:r>
          </a:p>
          <a:p>
            <a:pPr>
              <a:buClr>
                <a:srgbClr val="08054B"/>
              </a:buClr>
              <a:buSzPct val="100000"/>
              <a:buNone/>
            </a:pPr>
            <a:endParaRPr lang="en-IN" sz="2000" dirty="0">
              <a:solidFill>
                <a:srgbClr val="08054B"/>
              </a:solidFill>
            </a:endParaRPr>
          </a:p>
          <a:p>
            <a:pPr>
              <a:buClr>
                <a:srgbClr val="08054B"/>
              </a:buClr>
              <a:buSzPct val="100000"/>
              <a:buNone/>
            </a:pPr>
            <a:r>
              <a:rPr lang="en-IN" sz="2000" b="1" dirty="0">
                <a:solidFill>
                  <a:srgbClr val="C90DB3"/>
                </a:solidFill>
              </a:rPr>
              <a:t>Flash Memory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Flash memory can be erased and rewritten faster than ordinary EEPROM, and newer designs has the feature that is very high endurance  Bulk data can be programmed and erased within a few milliseconds</a:t>
            </a:r>
          </a:p>
          <a:p>
            <a:endParaRPr lang="en-IN" sz="2000" dirty="0">
              <a:solidFill>
                <a:srgbClr val="08054B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0115" y="772886"/>
            <a:ext cx="8588828" cy="4370614"/>
          </a:xfrm>
        </p:spPr>
        <p:txBody>
          <a:bodyPr/>
          <a:lstStyle/>
          <a:p>
            <a:pPr>
              <a:buClr>
                <a:srgbClr val="08054B"/>
              </a:buClr>
              <a:buSzPct val="100000"/>
              <a:buNone/>
            </a:pPr>
            <a:r>
              <a:rPr lang="en-IN" sz="2000" b="1" dirty="0">
                <a:solidFill>
                  <a:srgbClr val="C90DB3"/>
                </a:solidFill>
              </a:rPr>
              <a:t>PROM (Programmable Read Only Memory)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PROM is read-only memory that can be modified only once by a user. 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The user buys a blank PROM and enters the desired contents using a PROM program. 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endParaRPr lang="en-IN" sz="1200" dirty="0">
              <a:solidFill>
                <a:srgbClr val="08054B"/>
              </a:solidFill>
            </a:endParaRPr>
          </a:p>
          <a:p>
            <a:pPr>
              <a:buClr>
                <a:srgbClr val="08054B"/>
              </a:buClr>
              <a:buSzPct val="100000"/>
              <a:buNone/>
            </a:pPr>
            <a:r>
              <a:rPr lang="en-IN" sz="2000" b="1" dirty="0">
                <a:solidFill>
                  <a:srgbClr val="C90DB3"/>
                </a:solidFill>
              </a:rPr>
              <a:t>EPROM (Erasable and Programmable Read Only Memory)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EPROM can be erased by exposing it to ultra-violet, and user can reprogram it again for further application.</a:t>
            </a:r>
          </a:p>
          <a:p>
            <a:pPr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endParaRPr lang="en-IN" sz="1400" b="1" dirty="0">
              <a:solidFill>
                <a:srgbClr val="08054B"/>
              </a:solidFill>
            </a:endParaRPr>
          </a:p>
          <a:p>
            <a:pPr>
              <a:buClr>
                <a:srgbClr val="08054B"/>
              </a:buClr>
              <a:buSzPct val="100000"/>
              <a:buNone/>
            </a:pPr>
            <a:r>
              <a:rPr lang="en-IN" sz="2000" b="1" dirty="0">
                <a:solidFill>
                  <a:srgbClr val="C90DB3"/>
                </a:solidFill>
              </a:rPr>
              <a:t>Mask ROM</a:t>
            </a:r>
            <a:r>
              <a:rPr lang="en-IN" sz="2000" dirty="0">
                <a:solidFill>
                  <a:srgbClr val="C90DB3"/>
                </a:solidFill>
              </a:rPr>
              <a:t> (</a:t>
            </a:r>
            <a:r>
              <a:rPr lang="en-IN" sz="2000" b="1" dirty="0">
                <a:solidFill>
                  <a:srgbClr val="C90DB3"/>
                </a:solidFill>
              </a:rPr>
              <a:t>MROM</a:t>
            </a:r>
            <a:r>
              <a:rPr lang="en-IN" sz="2000" dirty="0">
                <a:solidFill>
                  <a:srgbClr val="08054B"/>
                </a:solidFill>
              </a:rPr>
              <a:t>) </a:t>
            </a:r>
          </a:p>
          <a:p>
            <a:pPr>
              <a:buClr>
                <a:srgbClr val="08054B"/>
              </a:buClr>
              <a:buSzPct val="100000"/>
              <a:buNone/>
            </a:pPr>
            <a:r>
              <a:rPr lang="en-IN" sz="1800" b="1" dirty="0">
                <a:solidFill>
                  <a:srgbClr val="08054B"/>
                </a:solidFill>
              </a:rPr>
              <a:t>Mask ROM</a:t>
            </a:r>
            <a:r>
              <a:rPr lang="en-IN" sz="1800" dirty="0">
                <a:solidFill>
                  <a:srgbClr val="08054B"/>
                </a:solidFill>
              </a:rPr>
              <a:t> (</a:t>
            </a:r>
            <a:r>
              <a:rPr lang="en-IN" sz="1800" b="1" dirty="0">
                <a:solidFill>
                  <a:srgbClr val="08054B"/>
                </a:solidFill>
              </a:rPr>
              <a:t>MROM</a:t>
            </a:r>
            <a:r>
              <a:rPr lang="en-IN" sz="1800" dirty="0">
                <a:solidFill>
                  <a:srgbClr val="08054B"/>
                </a:solidFill>
              </a:rPr>
              <a:t>) </a:t>
            </a:r>
            <a:r>
              <a:rPr lang="en-IN" sz="2000" dirty="0">
                <a:solidFill>
                  <a:srgbClr val="08054B"/>
                </a:solidFill>
              </a:rPr>
              <a:t>is a type of ROM whose contents are programmed by the  integrated circuit  manufacturer (rather than by the user). 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429" y="740228"/>
            <a:ext cx="8382000" cy="3599747"/>
          </a:xfrm>
        </p:spPr>
        <p:txBody>
          <a:bodyPr/>
          <a:lstStyle/>
          <a:p>
            <a:pPr marL="603250" indent="-457200"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None/>
            </a:pPr>
            <a:r>
              <a:rPr lang="en-IN" sz="2400" b="1" dirty="0">
                <a:solidFill>
                  <a:srgbClr val="C90DB3"/>
                </a:solidFill>
              </a:rPr>
              <a:t>Interrupt </a:t>
            </a:r>
          </a:p>
          <a:p>
            <a:pPr marL="603250" indent="-457200"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Interrupt is a hardware mechanism in which, the device notices the CPU that it requires its attention. </a:t>
            </a:r>
          </a:p>
          <a:p>
            <a:pPr marL="488950" indent="-342900"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If CPU gets an interrupt signal trough the indication interrupt-request line, CPU stops the current process and respond to the interrupt by passing the control to interrupt handler which services device.</a:t>
            </a:r>
          </a:p>
        </p:txBody>
      </p:sp>
      <p:grpSp>
        <p:nvGrpSpPr>
          <p:cNvPr id="2" name="Group 3"/>
          <p:cNvGrpSpPr/>
          <p:nvPr/>
        </p:nvGrpSpPr>
        <p:grpSpPr>
          <a:xfrm>
            <a:off x="2601686" y="3037518"/>
            <a:ext cx="4361114" cy="1850169"/>
            <a:chOff x="1288973" y="2688121"/>
            <a:chExt cx="4792337" cy="2115237"/>
          </a:xfrm>
        </p:grpSpPr>
        <p:sp>
          <p:nvSpPr>
            <p:cNvPr id="5" name="Rectangle 4"/>
            <p:cNvSpPr/>
            <p:nvPr/>
          </p:nvSpPr>
          <p:spPr>
            <a:xfrm>
              <a:off x="1288973" y="2743203"/>
              <a:ext cx="1498294" cy="204913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1200" b="1" dirty="0"/>
                <a:t>Microprocessor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583016" y="2754221"/>
              <a:ext cx="1498294" cy="2049137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I/O Device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 rot="10800000" flipV="1">
              <a:off x="2765237" y="2996590"/>
              <a:ext cx="1861846" cy="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 rot="10800000" flipV="1">
              <a:off x="2785434" y="3424411"/>
              <a:ext cx="1861846" cy="1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2908452" y="2688121"/>
              <a:ext cx="1586428" cy="3166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/>
                <a:t>Interrupt Request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19469" y="3062692"/>
              <a:ext cx="1586428" cy="2990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dirty="0"/>
                <a:t>Interrupt ACK</a:t>
              </a:r>
            </a:p>
          </p:txBody>
        </p:sp>
        <p:sp>
          <p:nvSpPr>
            <p:cNvPr id="11" name="Left-Right Arrow 10"/>
            <p:cNvSpPr/>
            <p:nvPr/>
          </p:nvSpPr>
          <p:spPr>
            <a:xfrm>
              <a:off x="2721166" y="3789804"/>
              <a:ext cx="1916935" cy="550843"/>
            </a:xfrm>
            <a:prstGeom prst="leftRightArrow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rgbClr val="FF0000"/>
                  </a:solidFill>
                </a:rPr>
                <a:t>Data Transfer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6699" y="1117599"/>
          <a:ext cx="1411737" cy="224265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11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36F62"/>
                          </a:solidFill>
                        </a:rPr>
                        <a:t>Main </a:t>
                      </a:r>
                      <a:r>
                        <a:rPr lang="en-IN" sz="1200" dirty="0" err="1">
                          <a:solidFill>
                            <a:srgbClr val="136F62"/>
                          </a:solidFill>
                        </a:rPr>
                        <a:t>Pgm</a:t>
                      </a:r>
                      <a:endParaRPr lang="en-IN" sz="1200" dirty="0">
                        <a:solidFill>
                          <a:srgbClr val="136F62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36F62"/>
                          </a:solidFill>
                        </a:rPr>
                        <a:t>Instruction 1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36F62"/>
                          </a:solidFill>
                        </a:rPr>
                        <a:t>Instruction 2 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2A327F"/>
                          </a:solidFill>
                        </a:rPr>
                        <a:t>INT x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36F62"/>
                          </a:solidFill>
                        </a:rPr>
                        <a:t>Instruction 3 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36F62"/>
                          </a:solidFill>
                        </a:rPr>
                        <a:t>Instruction 4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36F62"/>
                          </a:solidFill>
                        </a:rPr>
                        <a:t>Instruction 5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33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36F62"/>
                          </a:solidFill>
                        </a:rPr>
                        <a:t>Instruction 6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428860" y="1748892"/>
            <a:ext cx="1500198" cy="750099"/>
          </a:xfrm>
          <a:prstGeom prst="rect">
            <a:avLst/>
          </a:prstGeom>
          <a:ln w="12700">
            <a:solidFill>
              <a:srgbClr val="A2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Push PC</a:t>
            </a:r>
          </a:p>
          <a:p>
            <a:pPr algn="ctr"/>
            <a:r>
              <a:rPr lang="en-IN" dirty="0"/>
              <a:t>PSR to Stack</a:t>
            </a:r>
            <a:r>
              <a:rPr lang="en-IN" sz="1400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8019" y="1761861"/>
            <a:ext cx="1319842" cy="671749"/>
          </a:xfrm>
          <a:prstGeom prst="rect">
            <a:avLst/>
          </a:prstGeom>
          <a:ln w="12700">
            <a:solidFill>
              <a:srgbClr val="A2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Send the Interrupt ACK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95508" y="3141933"/>
          <a:ext cx="1197167" cy="11811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97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08054B"/>
                          </a:solidFill>
                        </a:rPr>
                        <a:t>ISR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08054B"/>
                          </a:solidFill>
                        </a:rPr>
                        <a:t>Instruction 1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solidFill>
                            <a:srgbClr val="08054B"/>
                          </a:solidFill>
                        </a:rPr>
                        <a:t>Instruction 1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IN" sz="1100" dirty="0">
                          <a:solidFill>
                            <a:srgbClr val="08054B"/>
                          </a:solidFill>
                        </a:rPr>
                        <a:t>Instruction 1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IN" sz="1100" b="1" dirty="0">
                          <a:solidFill>
                            <a:srgbClr val="FF0000"/>
                          </a:solidFill>
                        </a:rPr>
                        <a:t>RET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071671" y="3391394"/>
            <a:ext cx="1766073" cy="661374"/>
          </a:xfrm>
          <a:prstGeom prst="rect">
            <a:avLst/>
          </a:prstGeom>
          <a:ln w="12700">
            <a:solidFill>
              <a:srgbClr val="A2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POP PC</a:t>
            </a:r>
          </a:p>
          <a:p>
            <a:pPr algn="ctr"/>
            <a:r>
              <a:rPr lang="en-IN" dirty="0"/>
              <a:t>PSR from Stack 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39894" y="2981197"/>
            <a:ext cx="1898473" cy="627572"/>
          </a:xfrm>
          <a:prstGeom prst="rect">
            <a:avLst/>
          </a:prstGeom>
          <a:ln w="12700">
            <a:solidFill>
              <a:srgbClr val="A2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Go to ISR    </a:t>
            </a:r>
          </a:p>
          <a:p>
            <a:pPr algn="ctr"/>
            <a:r>
              <a:rPr lang="en-IN" sz="1400" dirty="0"/>
              <a:t>PC</a:t>
            </a:r>
            <a:r>
              <a:rPr lang="en-IN" sz="1400" dirty="0">
                <a:sym typeface="Wingdings" panose="05000000000000000000" pitchFamily="2" charset="2"/>
              </a:rPr>
              <a:t> </a:t>
            </a:r>
            <a:r>
              <a:rPr lang="en-IN" sz="1400" dirty="0"/>
              <a:t>Vector Address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rot="16200000" flipH="1">
            <a:off x="7305674" y="2714474"/>
            <a:ext cx="529385" cy="4060"/>
          </a:xfrm>
          <a:prstGeom prst="straightConnector1">
            <a:avLst/>
          </a:prstGeom>
          <a:ln w="19050">
            <a:solidFill>
              <a:srgbClr val="C90DB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9" idx="3"/>
          </p:cNvCxnSpPr>
          <p:nvPr/>
        </p:nvCxnSpPr>
        <p:spPr>
          <a:xfrm rot="10800000">
            <a:off x="3837745" y="3722081"/>
            <a:ext cx="766173" cy="424146"/>
          </a:xfrm>
          <a:prstGeom prst="straightConnector1">
            <a:avLst/>
          </a:prstGeom>
          <a:ln w="19050">
            <a:solidFill>
              <a:srgbClr val="C90DB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16200000" flipV="1">
            <a:off x="1588487" y="2417340"/>
            <a:ext cx="1068352" cy="922100"/>
          </a:xfrm>
          <a:prstGeom prst="straightConnector1">
            <a:avLst/>
          </a:prstGeom>
          <a:ln w="19050">
            <a:solidFill>
              <a:srgbClr val="C90DB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5" idx="3"/>
            <a:endCxn id="7" idx="1"/>
          </p:cNvCxnSpPr>
          <p:nvPr/>
        </p:nvCxnSpPr>
        <p:spPr>
          <a:xfrm flipV="1">
            <a:off x="3929058" y="2097736"/>
            <a:ext cx="2958961" cy="26206"/>
          </a:xfrm>
          <a:prstGeom prst="straightConnector1">
            <a:avLst/>
          </a:prstGeom>
          <a:ln w="19050">
            <a:solidFill>
              <a:srgbClr val="C90DB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1"/>
          </p:cNvCxnSpPr>
          <p:nvPr/>
        </p:nvCxnSpPr>
        <p:spPr>
          <a:xfrm rot="10800000">
            <a:off x="5699055" y="3293488"/>
            <a:ext cx="940838" cy="1496"/>
          </a:xfrm>
          <a:prstGeom prst="straightConnector1">
            <a:avLst/>
          </a:prstGeom>
          <a:ln w="19050">
            <a:solidFill>
              <a:srgbClr val="C90DB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5" idx="1"/>
          </p:cNvCxnSpPr>
          <p:nvPr/>
        </p:nvCxnSpPr>
        <p:spPr>
          <a:xfrm>
            <a:off x="1643042" y="2123942"/>
            <a:ext cx="785818" cy="1191"/>
          </a:xfrm>
          <a:prstGeom prst="straightConnector1">
            <a:avLst/>
          </a:prstGeom>
          <a:ln w="19050">
            <a:solidFill>
              <a:srgbClr val="C90DB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336" y="687278"/>
            <a:ext cx="7688700" cy="535200"/>
          </a:xfrm>
        </p:spPr>
        <p:txBody>
          <a:bodyPr/>
          <a:lstStyle/>
          <a:p>
            <a:r>
              <a:rPr lang="en-IN" dirty="0">
                <a:solidFill>
                  <a:srgbClr val="C90DB3"/>
                </a:solidFill>
              </a:rPr>
              <a:t>Polling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2251" y="1371601"/>
            <a:ext cx="5007320" cy="3222170"/>
          </a:xfrm>
        </p:spPr>
        <p:txBody>
          <a:bodyPr/>
          <a:lstStyle/>
          <a:p>
            <a:pPr algn="just">
              <a:lnSpc>
                <a:spcPct val="100000"/>
              </a:lnSpc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In polling is not a hardware mechanism, its a protocol in which CPU steadily checks whether the device needs attention. </a:t>
            </a:r>
          </a:p>
          <a:p>
            <a:pPr algn="just">
              <a:lnSpc>
                <a:spcPct val="100000"/>
              </a:lnSpc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endParaRPr lang="en-IN" sz="2000" dirty="0">
              <a:solidFill>
                <a:srgbClr val="08054B"/>
              </a:solidFill>
            </a:endParaRPr>
          </a:p>
          <a:p>
            <a:pPr algn="just">
              <a:lnSpc>
                <a:spcPct val="100000"/>
              </a:lnSpc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8054B"/>
                </a:solidFill>
              </a:rPr>
              <a:t>In polling process CPU keeps asking the I/O device whether it desires CPU processing or not. </a:t>
            </a:r>
          </a:p>
        </p:txBody>
      </p:sp>
      <p:sp>
        <p:nvSpPr>
          <p:cNvPr id="23554" name="AutoShape 2" descr="data:image/png;base64,iVBORw0KGgoAAAANSUhEUgAAAToAAAChCAMAAABgSoNaAAACdlBMVEXq+f////8AAADw//////7z//+FjZFubm5ubmjb29s3Ozw1NTXl5eWKior8//wQEBDNzc10dXXw8PHx/+q41rKLtoFdY2aTnKAVFRUyNTZTU1GYoqbN2t/3//RbW1qYmJePg178+eK1tbXs7Oyzs7PExMSkpKSUlJS/v78AADbd3d1ISEihoaEfHx8vLy+AgIAAAEYAACEAAByCvtGOQQD58Op+OQAxAAAqAAAAADDDrHze6eOPak0aQmKdsslNAACZysx+a2rI6eyVsLelknUdAAA6AADm1a8ePX56otUAAD+f5e7I//8sTIXf//9lbnghAAAHG1LNzrNEcIaBZj1snqz/5uV2xWgAABSx7f+waiD/8eE6gLxdGgDh/+aZcEH/xYX72L1jNwADLVqQv/HgmUb0smxDEADyvItAcpvn6steMg2VoHdRTDI+PC0/MiGehG51fY6xzt64opBaco+ewuPAtZyQoLR3ibHV3OrCpYU7JQcfAB2mh10AIkKjh0x0p6mJWC0vL1NxQypPNVZ4qcjHpXYnT207WYRlRDI6UFgiHEW8w7Nekp26s5RKGCJni4GwiHiDTz3FxZRLdpGdalkAI2DanJ67ODykvqpvbo2pmV9VLQ/xubrDVlrQgIFSPhyYelNsS1kbMEI1IgD2zc3Vb3Lyj5GEEBOcNTyICg5ZNTpzaU2o356u1KXv+Mu49blwlmp9hUyMt4NUi0nGkGbm25ldaJndw6u+oqPatJX//tM7KUeKSSVSVpbC0bTHs2kAP5AAXpvq4JkAJH1jmde11f2zcU6XmrpEktUzADt8HwCaXArMlFqk3swAV6GEPiJlTUE6+djhAAAVrUlEQVR4nO2djX8bxZnH9YzWWVbaXY8mxXbXtjbeN220K21eznmpiROchGBKEgjBhLw2BApJ34Lz4jiUcrw4BAjpXclBrhwhvV6460Fo73oBNylHgYO2d+31+h/dzK4kW7IsyYok0rV/H7/sy8zOzlfPPDM7MzuKwILqVOTLvoG/XN0C6Dj/p3qgW023ADrGhctvVA52S+mWQFcdCkfVihuZi24NdDnNTueW4wa3CDqTT3gqvhXxVFKL0FXAwk4leWLGU5UvkSYNvaObV6SZTqRwZU6uHCiR4EDN0A2B8REFAF0HotNtPc3CCCIISbPW1BqqvJed2Q6IyOyAXCFrDUm/yvX5BBEdD9Ku4WCwXBzX9DjWHQs0y+sAkLAqaF1VrBIKNlAttbmJk/PoSuQXWFmWuYapOBtBmtUsO+F0tLsUkZHukHASIGZBlwmKqzuinRHAEdI6iYvVstjkz79UkaY6ZxkCllXRJTAygCQtbIqSB0DtLUPRWbaCTZOAjVJEj6erJBYkIqTUFiilsQILkqM0R845ZusBu8q55hNgIIE41J2JCT6PzrHsOIMBBDuSnq2GLqBnoJaI963utqZd/9u9taEjjpKGFBJcpFmG0O6muwyIS+mMRJyk6Yl6ghgeyRh6NXLU8YCGujqarpiPTqboOrqboQxa0keRFSxvdqUtC4NuGKIhGQSMlEatDqcMzeaElIQBDKyJYLiV0HEBOo6ii0Fbs7UosDruNrSoLdp4yTGKTq6twJaKopsCAtV9JTcVzEBfbYs0WdFFhQK7KNqE67fl0clzrolIxp3WJqw9HguqtQ4dtAbdnBre2DZJHsZUa60Ks7Tmx5nn6MqC4qr0DiSRwp43Wlhgb010dbQ23XbaZEiHx+rmTqB+CR5tD7mpcFQT35FaqZSXoey6woHuy1Eo0H33tkRLlQkPuryva824gpii6DwpLOiCDsLmo6MJ2HGEsnYra9hmo+Nago7KQXEXWtokbjo6aBE6bAnM+kKEzlfLBrsW0C2g+zLQhabTacHq6lFL0XGFhOaT1dWAtVbyDGAora4wiF5Mora+85okhxVdwTDqU/GoeNnLhGpsYhq6Jvs7f/5HeK1ONAzLEErzbFUdm9YtXGS5QKyZsyiIqUJ40YGbsQXPKZmyJJXCnGFNkLVKMM2Mw+rWMKOzs9RabMTyrVMAJPhlLPzhab1gVbltnbCoBBSL8wP7QfPz7IIN/4S/jdvDjM70J47wHSBqaoozeQE0W5AwYCNlQNpIBUUupXqCZkk6WLaUZs/1dtbSExqIKgOk2TZgT2BxVBrZlTwdNMO15wU6KUsLqegYYtYEA5O4TXgixkWe4AxmpokwTmHdcUWHsGlPSR3iFigSpNkMOw+LBrCYCha6MCCX0NIcT2vOvEDnKaIiuaoJlkIs4BRTlehR7LhqihVlHCN6UlJVGwjuSIBF71JxKS1RYsXXRhotn4oJWQz0alkbkioQQcowdHJ40dkMHbWndMz3Zuk4LXygmKkEPadl6R/RR6eLDg1HRAmrCUh1+OiAZ4Dphcy4RNh0MsvTDFqBaAydZNvxkFpdXnZGBMInCUnyYBpsNic96NgYmcQS4inq+ei+ECeEV6gvUzsgkQBMa5Ws65djVh9oIDgixExQMasfMjblKmRA66IBw4Zu2rxOMaHwHu/jSVLboQZG8ZmKR9xYLA2mE/OnC6ccC9IdcY+IsaRFzUt1EjytM/SEX6OqrqWBrUhEicWzmuCogiLpScVKplSHXTlUTxOVJ07U/JCBtdxG0DjBFnWF7sxgobG6WeecVCQWdBQUBcFJT8yf8gc8rKxqqcL0OTz+AFKo0MnT5tdNp8GVHpgFYU7s0asotKnaRUH9GewhQseZFsm/D1CGSOFMtRlgpUfKhQ4XuoFEF7Jn7SMqc7jYFLkKIcujC42v+14WdSWq57mhCgk6hOKGKLRUaTUs6LKxeIuVCQu6hfl19chH12HqpJXSiRUOdN9pRxmpZe8LBo2gkFQTS3Y4iPUR1TAOxrGW883NiAreKA0Luj6weT9XVTLdEHQhHsKelRuXn764gC5Qjejyb277zwIL6HxNm9VZCzqQQ2p1JS9sRqb+zRqlRnRT+c717DUaXe5WI8FvdOqWC5kpk9mGoYsOHOM7tg+ao0e3JxL89idH247Rje0ndvD88Qaha8i0inLoogafSHSciEZPjkWi5ySaj1Pjfnb1fGZm5Pb0kxsbhm7TU8sf7Dl3x/dfHdi05p4NT9/3gxPRZ9DyDZHIyeSMhEvR1Qam3GorOMF7nicFncKGB6KXqta/V7bAXkO7/ppm99mJtqfR/WP20TWHTvj5HdiJ1g0eewod9mnkjJL9Pv3cxvyRqb/TEdWMLnp6zdqV7D3to69GNq2+f8OO59EDkTfXrN1Ab/HOoZtGx6j5PckzAvFJHYgUzC4RTLYuRdUPoFyB/RpatjEa2fHC0GlKzjTxAbRulGV44A6KDp9/HE20RdO2MTqANW10QBvEttkTibCdSISY2mBPlGCtp6cedAPPo7P+hthTjC7aCHRBLREsEFDi66Qk8YcXBUaPbrIxR1xptZMK6KJn9lJULw6apnkGrXiwgM48uROdHTry0stLXlm0aTM6fm7nOvw4ejV6/ofHH1k72LZpzd+8dLbn5PcWvbduvA50W55CF3JRfHR+gW0cOjmwOG7kb6/0l6LTOcOEpJ0wSCLpo/OESpN7KqAb+NHKI5fRixsputdWo8NtBXTnaLEdfXrFqR371g0dQBfMvzvRtmr5gwOPvG4/vXkivW+ruQk9+AyaOLm9HnQ7Hs+jo15v9YqO7U/2tDUOXb5FIve/cfGNkWJ0WU9SbM4jrgKG46OLp4UKq2LNjq5tx3NDBXRrStH9/fPoZT7x5Pj5+w6d/3GEofva5q22ic03Ny9XFOXUyX9AZ6c79bkX2KhvdUNtzJnO1dfN3mTLD13I/W9denuEmwZb6iBsaSxBkwrojHa1YuGXZ0EX2XS4LeqjYgV26WBxgf34+RWnojRbA6vW3kYdn4/ufo0GfXPz6xhjExs70aENU5BqryZoWhsYL3djgI4dO3/XLlp1vLa9MejYkwQtuFcuXRrJc4OcrwM9qRsFdATHKq2KNSu6gTvHotEddy0dw+a5Z9GLgUn41cRJWk0M0ENDrIZ9c/OynihDR7M3gU3z/F0rVpqmfXTM3LTmwanL1t44iX7tMrrQc/K94xH83ua1G/26hvwELRs79o+jVZvEtVqdP+jIvX3xjX7waw0ZSDKGZTbZAktxPZWlNWxHOgGWVAGdXAZdzwGEXjU7xtnnfXntcfeO5Q/4n35kx2X0g7Gjq3863Bad/Kdd29VFQ1FhPS3K+j70gHl6zbJFR4dpLg9137lhySudS349WofVUQlGZ2fnaCR6rLO7uzMo9QNGNz1UIWKALr/4W3V0tLTJrNC+wQqtP83Cshg6UF1BNW1LJIaRNrBWcXmiMoOJJrvnQTu4aa2zs3swEtz1sW56onMjy070XHfnGG0p6wY1vh3d3WM9hB6hAWkux0Yj2LQ66/J1fuD8w8xU47D8Q0wJOrmwbl41cT46jrtykTq8HIayLeUqmtkknu2mpz+ITf2PTDWPC43h0qy2ZvS/NnRcYfE5jut/5+JbwdZUzOkV9ezmOwu6xusWQsf5dWOe3cgbF98aYSxzrZbi2RazXypUQ9g5dFqqyvjE1GqLwa5faOXcFKlau1O4kKGj2RYc5E8qrMwun32fFjfyzsUr/bl5PrWyCxs6ECSEHKvmUbGca6OF9hIttFBzJTPFPzTo1DhCvKmLc9bIP196+8rco4l6WMZhv8tG47syma4u+lObgoCZzH2r/+VnP8xkao5XiB4SdElKrj3uxOPxOuaevPuzf13/7rtzjBTLhgPdkiNWlrm6dH2zlq68cfGdK3ONFJKZTrSaEBMIZdRaa4lSvz/1aFGzQlNNcGwCdfXGSXly9HfknUtXuKLpyNXihAkdENuoe9F+buTti2/11/4oGzJ0QZbqAkdbdv1vXZzqAJ2H6OoeZWX2NnLpUn/NwRfQ5SP5Xm6kZMxiAV1VDLm5Y7VNHss974brHbG60eUe/7kaewB0WPB1OclTC2HXsgZ7Ku7qC+iCOHIQjys3p6KMaPMxaYeoSVwHshkIawxHJPrQp+gh8XXvncMtlOB2IfrEHA50m1k3UPscu43qVyZE6xK3t1RdmfbwoFsi1NHPW7fSmoNQTAkJutIVJ5opnS2GzQuhqWG53CB+C9B1sMWwQ9WuyzfN6tK0rzSaOQ1gKoQv1UmF7Gmi/HAgB9i2NVx6MBje54oP0l2SX+Iuv2aKqBVf1e8XhJChK7GSgnA8gT2FFJ0tYC6eKwGQTurFoASeFMZsgZuiPQ/QcaCzdZoUf066z2/63C+S+yN4wSM98MicOgFkWsCicjwfOp3oPkOnxyTKR1M1IJqtqWBYoKWAmEZKBM20QIoHK+qQhKowupZl2QQblg04RYjmGh4usdDwo2Mckkm1gxY74ImWoVDYepGWA3aGUGZJSXcgRQxH9COnRIzoVsIVMwY4Jo6BjQgnZUXJyQHLJ1JmVmcT9GWjU1I8I2M7asoz6ZaZAS3J4TjheVWyIM6LYCtBUF4QlOD7OxUbiO4iELIEXIWChuldUrfk63V1qCo6lzj0Bqwk3cHZdICO1h5EYQsOEZHPpm1/HjYYqmFQEwMziWkBtywzOx3d9OpjnqCjzTDcpYLQboNmJyXQ2kGLg91FJEUXDcGGRMr0y2PwrlO7CpolcpBGBFOrywTouorajPMCHQdu1hFAy6qgZmIu2PFkIkPbIIrn2HoymxRExU7ogsPWrFNjtDIQYjHsxZ2YSngnpXhuxiKJmCB1CVO+bp6gKyOcKd6fMexNJLYm55zfEWuCvnx0xUdtVEohCFLoX8dZSzPsqSZzcZNufqErtqlUotrMFOy5ldccn6foqqqWsdh5ia7SrP6a4c1PdA3RArrZwFS9TsjQzeEL2Cv3iNZwDbm1j//N/VZiLrAVro735OYumQsTOpAXf+VIL7RmeILb//FiLjTo5P1XH3p/sSyzFzabLU5+//ar+8+FxNf9/P2rD/1i//7Fi3t7F7dA+39x9eq/hQPdv9/+0EMP3f7L29lPK/RLmt5/hATdVYru/a+0TldDg27JDerqrv68t5wC91f21KySucrnmWP9dmiqid6v3P5+rxysJjlNsmx5nmRh2d8uHPR/2ExYLlhFgZ2Sc4dlENhyO3L+wAwBvE/TCk+TWJYXL2aZndGS0GMe4IST7woh0/rhZuseiYFdcbkJmlSIpmEHq78AVwZdkr05xnew4VYdiJfyV9JhMjsE1tGpB/vEJ0kE9p1G7At5fK6ElH3/J1TfmVjIVBl0bJkcAWFI2Lypx3nRVS2PnUllLeLxSS+VMjxwFU/xiJgSeJLKaKJteTykOxJKmTV2QvYWNucvBBEssVbsl5jVcaAjTCQi8aAYIIk4w7wcdggYXcCl0jhDhAwRM2mTJybgLOiObmYo7CSU+M7AV+bQydEmq6351YTa67/zEOSphB2zOja+hUGwExSdBUSzMmwmBHZ0fwknYtN99s1Y2TRJKpihsx1sUn/nSWXAFdBlujubrO7kFLq2Znw0MWSUL6u+iO/rvCRJ87qbYFaXwEKcnfGtTgG6n44RgaKLpwlJZdMUncaGfgSGbhZPx3xdSxSg41Gipxn6aoBuFgnxhJhOJdNgOUJCAT6Bu2z2RZTU6rKYqFkiZg27XTC7ROoPbQuS2GjXiZLEnsDxfFl0/jsqppJsgZiv9dE1SwG6MmbHsqiqhsUCEEnFUhpL2JBsi32ZKXEtYqhp0Ng+VgWcwmnD1Iim0sIteSabtlN2SLFkpZlmi1YTySajm5tuLu9+e/mmrlC7Ii1KJ4RaQFe3FtDVrQV0dWsBXd1aQFe3FtDVrQV0dWsBXd1qLLprMUVxqCai33hutI74B5UXRp9wXvj6nmtbo3OKpgy3+Rt3nGqrI9n61GCr+2D1rodBPnN825Yf14MOdq9YCX+19uu9pz+cCzr4JtrrZ2TP0b9cdFvWr3i4d5wT9ljGEPSdVF1LHZ10B49Y1nif4Y6OWOOw51fqCYDJ7nEWfrJ77Jw6SDf2HFPH6L3sXk7RLf36we6x6KRr7LAof3nSdS2Xhen7lWUNHrOsHtull7HUwTboc93RybEIRdc22U03rcG+k659zuqhoU/SeCypZqnh6Jbf+8FWgP4/7FoJu+/ZuBtNRK6vuXv/s2hY/iM6/BoavvHShdd+PdH3EZpg9nFwH3rwzRXD0PeT18/tPL6tgG790nuvP75247Nrv4Az3z91Bj3AbLj3Grrn3tObDz38wX8O3bhj68eXT23r3Y2Gf7N0lKE7uO9w5Pp9d2/7I1p38vEXx2H3Upr6hfHG5m+6Go4OvfzUJ+Cbz2fo08hnqz+Bycfv3n8ADcM36P5vT1xbPnxk1dlt11/0M9W/6p57D+77r+gZ9Dk8gU7l0e1Ztezeg48cGjqAHr3xrUNf3Fj/uh+6j+5ToieuP0wpDsM3V0zAY2hv/53jFB05/XkbTWrrtifQ4SM0jp/6XZ80NntFaoLVbfkQfHRH1t8d+Q3aOw0ddUg3DqDjUmosbww+ukeW3fsMepSiO7xtBrrhvmfv+eLGmrN+BPnM5uMf/3bXxO+ifQdWPEo93ET0MfR7YL7u7NHXv4ApdPef6KOpf0ZTb56a4Otklk3GYMu7L18+PF6MjuZ5eFr4KXTDs6CDIzt/evlsrs45+NQrKz9AX52AHLoLBXSfHmBXn4YOtrzkp948NQGdv0EZcGcGdZ2QYnTyNXQ4whH47L99B96/ijq2fZ+0Xd/8OVzbNTyzwA7DBx8OiHpu2LXvo/tP9P7PslFqf9RMd689AXl0e+EPaKII3ZnfDejlh2sbpMaim3wTob09Mq0wV6ELP1/PeorvjuzZubbzW9QZUf9Ny9TBl9CT9mj0G2iCDWD1r9r16jP3PAp9z9zvvns4wqId2YcmJu/atfL66qUbn0V7ez9iVzmUqykf2zoEj30aYW7vOfeHw5G+P6BPaW37R3ToiyfuQ6eObX596Bpad/6uFcN9+/zU/2KqiUnbNG0fnW3a1JUzfQ79NsZ2j05PsYz003+04Jp+yv2rlv2vzUpjn2nbEdhDw9Cog0dsc3wHvZZp48jBNewqfwoS2DPe5v/6Ecwo9Nnsoiy18YP0D40gYD/eOASp/76h+StSEx/EbrxwgoM9//d5pTDM11W5yo+GOdJ/7U/1pf5RxdRvTk1Et+XPY6Z5/sNtlcJMrl+xsvIt9B04TK9y55yfTW78+RSN9+OKqd+cmvn4v0czjMHKzmbS0Iwqt9BX/Sr1pn5zWug5qVsL6OrWArq6tYCubv0/57/DcEjyPpU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3556" name="AutoShape 4" descr="data:image/png;base64,iVBORw0KGgoAAAANSUhEUgAAAToAAAChCAMAAABgSoNaAAACdlBMVEXq+f////8AAADw//////7z//+FjZFubm5ubmjb29s3Ozw1NTXl5eWKior8//wQEBDNzc10dXXw8PHx/+q41rKLtoFdY2aTnKAVFRUyNTZTU1GYoqbN2t/3//RbW1qYmJePg178+eK1tbXs7Oyzs7PExMSkpKSUlJS/v78AADbd3d1ISEihoaEfHx8vLy+AgIAAAEYAACEAAByCvtGOQQD58Op+OQAxAAAqAAAAADDDrHze6eOPak0aQmKdsslNAACZysx+a2rI6eyVsLelknUdAAA6AADm1a8ePX56otUAAD+f5e7I//8sTIXf//9lbnghAAAHG1LNzrNEcIaBZj1snqz/5uV2xWgAABSx7f+waiD/8eE6gLxdGgDh/+aZcEH/xYX72L1jNwADLVqQv/HgmUb0smxDEADyvItAcpvn6steMg2VoHdRTDI+PC0/MiGehG51fY6xzt64opBaco+ewuPAtZyQoLR3ibHV3OrCpYU7JQcfAB2mh10AIkKjh0x0p6mJWC0vL1NxQypPNVZ4qcjHpXYnT207WYRlRDI6UFgiHEW8w7Nekp26s5RKGCJni4GwiHiDTz3FxZRLdpGdalkAI2DanJ67ODykvqpvbo2pmV9VLQ/xubrDVlrQgIFSPhyYelNsS1kbMEI1IgD2zc3Vb3Lyj5GEEBOcNTyICg5ZNTpzaU2o356u1KXv+Mu49blwlmp9hUyMt4NUi0nGkGbm25ldaJndw6u+oqPatJX//tM7KUeKSSVSVpbC0bTHs2kAP5AAXpvq4JkAJH1jmde11f2zcU6XmrpEktUzADt8HwCaXArMlFqk3swAV6GEPiJlTUE6+djhAAAVrUlEQVR4nO2djX8bxZnH9YzWWVbaXY8mxXbXtjbeN220K21eznmpiROchGBKEgjBhLw2BApJ34Lz4jiUcrw4BAjpXclBrhwhvV6460Fo73oBNylHgYO2d+31+h/dzK4kW7IsyYok0rV/H7/sy8zOzlfPPDM7MzuKwILqVOTLvoG/XN0C6Dj/p3qgW023ADrGhctvVA52S+mWQFcdCkfVihuZi24NdDnNTueW4wa3CDqTT3gqvhXxVFKL0FXAwk4leWLGU5UvkSYNvaObV6SZTqRwZU6uHCiR4EDN0A2B8REFAF0HotNtPc3CCCIISbPW1BqqvJed2Q6IyOyAXCFrDUm/yvX5BBEdD9Ku4WCwXBzX9DjWHQs0y+sAkLAqaF1VrBIKNlAttbmJk/PoSuQXWFmWuYapOBtBmtUsO+F0tLsUkZHukHASIGZBlwmKqzuinRHAEdI6iYvVstjkz79UkaY6ZxkCllXRJTAygCQtbIqSB0DtLUPRWbaCTZOAjVJEj6erJBYkIqTUFiilsQILkqM0R845ZusBu8q55hNgIIE41J2JCT6PzrHsOIMBBDuSnq2GLqBnoJaI963utqZd/9u9taEjjpKGFBJcpFmG0O6muwyIS+mMRJyk6Yl6ghgeyRh6NXLU8YCGujqarpiPTqboOrqboQxa0keRFSxvdqUtC4NuGKIhGQSMlEatDqcMzeaElIQBDKyJYLiV0HEBOo6ii0Fbs7UosDruNrSoLdp4yTGKTq6twJaKopsCAtV9JTcVzEBfbYs0WdFFhQK7KNqE67fl0clzrolIxp3WJqw9HguqtQ4dtAbdnBre2DZJHsZUa60Ks7Tmx5nn6MqC4qr0DiSRwp43Wlhgb010dbQ23XbaZEiHx+rmTqB+CR5tD7mpcFQT35FaqZSXoey6woHuy1Eo0H33tkRLlQkPuryva824gpii6DwpLOiCDsLmo6MJ2HGEsnYra9hmo+Nago7KQXEXWtokbjo6aBE6bAnM+kKEzlfLBrsW0C2g+zLQhabTacHq6lFL0XGFhOaT1dWAtVbyDGAora4wiF5Mora+85okhxVdwTDqU/GoeNnLhGpsYhq6Jvs7f/5HeK1ONAzLEErzbFUdm9YtXGS5QKyZsyiIqUJ40YGbsQXPKZmyJJXCnGFNkLVKMM2Mw+rWMKOzs9RabMTyrVMAJPhlLPzhab1gVbltnbCoBBSL8wP7QfPz7IIN/4S/jdvDjM70J47wHSBqaoozeQE0W5AwYCNlQNpIBUUupXqCZkk6WLaUZs/1dtbSExqIKgOk2TZgT2BxVBrZlTwdNMO15wU6KUsLqegYYtYEA5O4TXgixkWe4AxmpokwTmHdcUWHsGlPSR3iFigSpNkMOw+LBrCYCha6MCCX0NIcT2vOvEDnKaIiuaoJlkIs4BRTlehR7LhqihVlHCN6UlJVGwjuSIBF71JxKS1RYsXXRhotn4oJWQz0alkbkioQQcowdHJ40dkMHbWndMz3Zuk4LXygmKkEPadl6R/RR6eLDg1HRAmrCUh1+OiAZ4Dphcy4RNh0MsvTDFqBaAydZNvxkFpdXnZGBMInCUnyYBpsNic96NgYmcQS4inq+ei+ECeEV6gvUzsgkQBMa5Ws65djVh9oIDgixExQMasfMjblKmRA66IBw4Zu2rxOMaHwHu/jSVLboQZG8ZmKR9xYLA2mE/OnC6ccC9IdcY+IsaRFzUt1EjytM/SEX6OqrqWBrUhEicWzmuCogiLpScVKplSHXTlUTxOVJ07U/JCBtdxG0DjBFnWF7sxgobG6WeecVCQWdBQUBcFJT8yf8gc8rKxqqcL0OTz+AFKo0MnT5tdNp8GVHpgFYU7s0asotKnaRUH9GewhQseZFsm/D1CGSOFMtRlgpUfKhQ4XuoFEF7Jn7SMqc7jYFLkKIcujC42v+14WdSWq57mhCgk6hOKGKLRUaTUs6LKxeIuVCQu6hfl19chH12HqpJXSiRUOdN9pRxmpZe8LBo2gkFQTS3Y4iPUR1TAOxrGW883NiAreKA0Luj6weT9XVTLdEHQhHsKelRuXn764gC5Qjejyb277zwIL6HxNm9VZCzqQQ2p1JS9sRqb+zRqlRnRT+c717DUaXe5WI8FvdOqWC5kpk9mGoYsOHOM7tg+ao0e3JxL89idH247Rje0ndvD88Qaha8i0inLoogafSHSciEZPjkWi5ySaj1Pjfnb1fGZm5Pb0kxsbhm7TU8sf7Dl3x/dfHdi05p4NT9/3gxPRZ9DyDZHIyeSMhEvR1Qam3GorOMF7nicFncKGB6KXqta/V7bAXkO7/ppm99mJtqfR/WP20TWHTvj5HdiJ1g0eewod9mnkjJL9Pv3cxvyRqb/TEdWMLnp6zdqV7D3to69GNq2+f8OO59EDkTfXrN1Ab/HOoZtGx6j5PckzAvFJHYgUzC4RTLYuRdUPoFyB/RpatjEa2fHC0GlKzjTxAbRulGV44A6KDp9/HE20RdO2MTqANW10QBvEttkTibCdSISY2mBPlGCtp6cedAPPo7P+hthTjC7aCHRBLREsEFDi66Qk8YcXBUaPbrIxR1xptZMK6KJn9lJULw6apnkGrXiwgM48uROdHTry0stLXlm0aTM6fm7nOvw4ejV6/ofHH1k72LZpzd+8dLbn5PcWvbduvA50W55CF3JRfHR+gW0cOjmwOG7kb6/0l6LTOcOEpJ0wSCLpo/OESpN7KqAb+NHKI5fRixsputdWo8NtBXTnaLEdfXrFqR371g0dQBfMvzvRtmr5gwOPvG4/vXkivW+ruQk9+AyaOLm9HnQ7Hs+jo15v9YqO7U/2tDUOXb5FIve/cfGNkWJ0WU9SbM4jrgKG46OLp4UKq2LNjq5tx3NDBXRrStH9/fPoZT7x5Pj5+w6d/3GEofva5q22ic03Ny9XFOXUyX9AZ6c79bkX2KhvdUNtzJnO1dfN3mTLD13I/W9denuEmwZb6iBsaSxBkwrojHa1YuGXZ0EX2XS4LeqjYgV26WBxgf34+RWnojRbA6vW3kYdn4/ufo0GfXPz6xhjExs70aENU5BqryZoWhsYL3djgI4dO3/XLlp1vLa9MejYkwQtuFcuXRrJc4OcrwM9qRsFdATHKq2KNSu6gTvHotEddy0dw+a5Z9GLgUn41cRJWk0M0ENDrIZ9c/OynihDR7M3gU3z/F0rVpqmfXTM3LTmwanL1t44iX7tMrrQc/K94xH83ua1G/26hvwELRs79o+jVZvEtVqdP+jIvX3xjX7waw0ZSDKGZTbZAktxPZWlNWxHOgGWVAGdXAZdzwGEXjU7xtnnfXntcfeO5Q/4n35kx2X0g7Gjq3863Bad/Kdd29VFQ1FhPS3K+j70gHl6zbJFR4dpLg9137lhySudS349WofVUQlGZ2fnaCR6rLO7uzMo9QNGNz1UIWKALr/4W3V0tLTJrNC+wQqtP83Cshg6UF1BNW1LJIaRNrBWcXmiMoOJJrvnQTu4aa2zs3swEtz1sW56onMjy070XHfnGG0p6wY1vh3d3WM9hB6hAWkux0Yj2LQ66/J1fuD8w8xU47D8Q0wJOrmwbl41cT46jrtykTq8HIayLeUqmtkknu2mpz+ITf2PTDWPC43h0qy2ZvS/NnRcYfE5jut/5+JbwdZUzOkV9ezmOwu6xusWQsf5dWOe3cgbF98aYSxzrZbi2RazXypUQ9g5dFqqyvjE1GqLwa5faOXcFKlau1O4kKGj2RYc5E8qrMwun32fFjfyzsUr/bl5PrWyCxs6ECSEHKvmUbGca6OF9hIttFBzJTPFPzTo1DhCvKmLc9bIP196+8rco4l6WMZhv8tG47syma4u+lObgoCZzH2r/+VnP8xkao5XiB4SdElKrj3uxOPxOuaevPuzf13/7rtzjBTLhgPdkiNWlrm6dH2zlq68cfGdK3ONFJKZTrSaEBMIZdRaa4lSvz/1aFGzQlNNcGwCdfXGSXly9HfknUtXuKLpyNXihAkdENuoe9F+buTti2/11/4oGzJ0QZbqAkdbdv1vXZzqAJ2H6OoeZWX2NnLpUn/NwRfQ5SP5Xm6kZMxiAV1VDLm5Y7VNHss974brHbG60eUe/7kaewB0WPB1OclTC2HXsgZ7Ku7qC+iCOHIQjys3p6KMaPMxaYeoSVwHshkIawxHJPrQp+gh8XXvncMtlOB2IfrEHA50m1k3UPscu43qVyZE6xK3t1RdmfbwoFsi1NHPW7fSmoNQTAkJutIVJ5opnS2GzQuhqWG53CB+C9B1sMWwQ9WuyzfN6tK0rzSaOQ1gKoQv1UmF7Gmi/HAgB9i2NVx6MBje54oP0l2SX+Iuv2aKqBVf1e8XhJChK7GSgnA8gT2FFJ0tYC6eKwGQTurFoASeFMZsgZuiPQ/QcaCzdZoUf066z2/63C+S+yN4wSM98MicOgFkWsCicjwfOp3oPkOnxyTKR1M1IJqtqWBYoKWAmEZKBM20QIoHK+qQhKowupZl2QQblg04RYjmGh4usdDwo2Mckkm1gxY74ImWoVDYepGWA3aGUGZJSXcgRQxH9COnRIzoVsIVMwY4Jo6BjQgnZUXJyQHLJ1JmVmcT9GWjU1I8I2M7asoz6ZaZAS3J4TjheVWyIM6LYCtBUF4QlOD7OxUbiO4iELIEXIWChuldUrfk63V1qCo6lzj0Bqwk3cHZdICO1h5EYQsOEZHPpm1/HjYYqmFQEwMziWkBtywzOx3d9OpjnqCjzTDcpYLQboNmJyXQ2kGLg91FJEUXDcGGRMr0y2PwrlO7CpolcpBGBFOrywTouorajPMCHQdu1hFAy6qgZmIu2PFkIkPbIIrn2HoymxRExU7ogsPWrFNjtDIQYjHsxZ2YSngnpXhuxiKJmCB1CVO+bp6gKyOcKd6fMexNJLYm55zfEWuCvnx0xUdtVEohCFLoX8dZSzPsqSZzcZNufqErtqlUotrMFOy5ldccn6foqqqWsdh5ia7SrP6a4c1PdA3RArrZwFS9TsjQzeEL2Cv3iNZwDbm1j//N/VZiLrAVro735OYumQsTOpAXf+VIL7RmeILb//FiLjTo5P1XH3p/sSyzFzabLU5+//ar+8+FxNf9/P2rD/1i//7Fi3t7F7dA+39x9eq/hQPdv9/+0EMP3f7L29lPK/RLmt5/hATdVYru/a+0TldDg27JDerqrv68t5wC91f21KySucrnmWP9dmiqid6v3P5+rxysJjlNsmx5nmRh2d8uHPR/2ExYLlhFgZ2Sc4dlENhyO3L+wAwBvE/TCk+TWJYXL2aZndGS0GMe4IST7woh0/rhZuseiYFdcbkJmlSIpmEHq78AVwZdkr05xnew4VYdiJfyV9JhMjsE1tGpB/vEJ0kE9p1G7At5fK6ElH3/J1TfmVjIVBl0bJkcAWFI2Lypx3nRVS2PnUllLeLxSS+VMjxwFU/xiJgSeJLKaKJteTykOxJKmTV2QvYWNucvBBEssVbsl5jVcaAjTCQi8aAYIIk4w7wcdggYXcCl0jhDhAwRM2mTJybgLOiObmYo7CSU+M7AV+bQydEmq6351YTa67/zEOSphB2zOja+hUGwExSdBUSzMmwmBHZ0fwknYtN99s1Y2TRJKpihsx1sUn/nSWXAFdBlujubrO7kFLq2Znw0MWSUL6u+iO/rvCRJ87qbYFaXwEKcnfGtTgG6n44RgaKLpwlJZdMUncaGfgSGbhZPx3xdSxSg41Gipxn6aoBuFgnxhJhOJdNgOUJCAT6Bu2z2RZTU6rKYqFkiZg27XTC7ROoPbQuS2GjXiZLEnsDxfFl0/jsqppJsgZiv9dE1SwG6MmbHsqiqhsUCEEnFUhpL2JBsi32ZKXEtYqhp0Ng+VgWcwmnD1Iim0sIteSabtlN2SLFkpZlmi1YTySajm5tuLu9+e/mmrlC7Ii1KJ4RaQFe3FtDVrQV0dWsBXd1aQFe3FtDVrQV0dWsBXd1qLLprMUVxqCai33hutI74B5UXRp9wXvj6nmtbo3OKpgy3+Rt3nGqrI9n61GCr+2D1rodBPnN825Yf14MOdq9YCX+19uu9pz+cCzr4JtrrZ2TP0b9cdFvWr3i4d5wT9ljGEPSdVF1LHZ10B49Y1nif4Y6OWOOw51fqCYDJ7nEWfrJ77Jw6SDf2HFPH6L3sXk7RLf36we6x6KRr7LAof3nSdS2Xhen7lWUNHrOsHtull7HUwTboc93RybEIRdc22U03rcG+k659zuqhoU/SeCypZqnh6Jbf+8FWgP4/7FoJu+/ZuBtNRK6vuXv/s2hY/iM6/BoavvHShdd+PdH3EZpg9nFwH3rwzRXD0PeT18/tPL6tgG790nuvP75247Nrv4Az3z91Bj3AbLj3Grrn3tObDz38wX8O3bhj68eXT23r3Y2Gf7N0lKE7uO9w5Pp9d2/7I1p38vEXx2H3Upr6hfHG5m+6Go4OvfzUJ+Cbz2fo08hnqz+Bycfv3n8ADcM36P5vT1xbPnxk1dlt11/0M9W/6p57D+77r+gZ9Dk8gU7l0e1Ztezeg48cGjqAHr3xrUNf3Fj/uh+6j+5ToieuP0wpDsM3V0zAY2hv/53jFB05/XkbTWrrtifQ4SM0jp/6XZ80NntFaoLVbfkQfHRH1t8d+Q3aOw0ddUg3DqDjUmosbww+ukeW3fsMepSiO7xtBrrhvmfv+eLGmrN+BPnM5uMf/3bXxO+ifQdWPEo93ET0MfR7YL7u7NHXv4ApdPef6KOpf0ZTb56a4Otklk3GYMu7L18+PF6MjuZ5eFr4KXTDs6CDIzt/evlsrs45+NQrKz9AX52AHLoLBXSfHmBXn4YOtrzkp948NQGdv0EZcGcGdZ2QYnTyNXQ4whH47L99B96/ijq2fZ+0Xd/8OVzbNTyzwA7DBx8OiHpu2LXvo/tP9P7PslFqf9RMd689AXl0e+EPaKII3ZnfDejlh2sbpMaim3wTob09Mq0wV6ELP1/PeorvjuzZubbzW9QZUf9Ny9TBl9CT9mj0G2iCDWD1r9r16jP3PAp9z9zvvns4wqId2YcmJu/atfL66qUbn0V7ez9iVzmUqykf2zoEj30aYW7vOfeHw5G+P6BPaW37R3ToiyfuQ6eObX596Bpad/6uFcN9+/zU/2KqiUnbNG0fnW3a1JUzfQ79NsZ2j05PsYz003+04Jp+yv2rlv2vzUpjn2nbEdhDw9Cog0dsc3wHvZZp48jBNewqfwoS2DPe5v/6Ecwo9Nnsoiy18YP0D40gYD/eOASp/76h+StSEx/EbrxwgoM9//d5pTDM11W5yo+GOdJ/7U/1pf5RxdRvTk1Et+XPY6Z5/sNtlcJMrl+xsvIt9B04TK9y55yfTW78+RSN9+OKqd+cmvn4v0czjMHKzmbS0Iwqt9BX/Sr1pn5zWug5qVsL6OrWArq6tYCubv0/57/DcEjyPpU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3558" name="AutoShape 6" descr="data:image/png;base64,iVBORw0KGgoAAAANSUhEUgAAAToAAAChCAMAAABgSoNaAAACdlBMVEXq+f////8AAADw//////7z//+FjZFubm5ubmjb29s3Ozw1NTXl5eWKior8//wQEBDNzc10dXXw8PHx/+q41rKLtoFdY2aTnKAVFRUyNTZTU1GYoqbN2t/3//RbW1qYmJePg178+eK1tbXs7Oyzs7PExMSkpKSUlJS/v78AADbd3d1ISEihoaEfHx8vLy+AgIAAAEYAACEAAByCvtGOQQD58Op+OQAxAAAqAAAAADDDrHze6eOPak0aQmKdsslNAACZysx+a2rI6eyVsLelknUdAAA6AADm1a8ePX56otUAAD+f5e7I//8sTIXf//9lbnghAAAHG1LNzrNEcIaBZj1snqz/5uV2xWgAABSx7f+waiD/8eE6gLxdGgDh/+aZcEH/xYX72L1jNwADLVqQv/HgmUb0smxDEADyvItAcpvn6steMg2VoHdRTDI+PC0/MiGehG51fY6xzt64opBaco+ewuPAtZyQoLR3ibHV3OrCpYU7JQcfAB2mh10AIkKjh0x0p6mJWC0vL1NxQypPNVZ4qcjHpXYnT207WYRlRDI6UFgiHEW8w7Nekp26s5RKGCJni4GwiHiDTz3FxZRLdpGdalkAI2DanJ67ODykvqpvbo2pmV9VLQ/xubrDVlrQgIFSPhyYelNsS1kbMEI1IgD2zc3Vb3Lyj5GEEBOcNTyICg5ZNTpzaU2o356u1KXv+Mu49blwlmp9hUyMt4NUi0nGkGbm25ldaJndw6u+oqPatJX//tM7KUeKSSVSVpbC0bTHs2kAP5AAXpvq4JkAJH1jmde11f2zcU6XmrpEktUzADt8HwCaXArMlFqk3swAV6GEPiJlTUE6+djhAAAVrUlEQVR4nO2djX8bxZnH9YzWWVbaXY8mxXbXtjbeN220K21eznmpiROchGBKEgjBhLw2BApJ34Lz4jiUcrw4BAjpXclBrhwhvV6460Fo73oBNylHgYO2d+31+h/dzK4kW7IsyYok0rV/H7/sy8zOzlfPPDM7MzuKwILqVOTLvoG/XN0C6Dj/p3qgW023ADrGhctvVA52S+mWQFcdCkfVihuZi24NdDnNTueW4wa3CDqTT3gqvhXxVFKL0FXAwk4leWLGU5UvkSYNvaObV6SZTqRwZU6uHCiR4EDN0A2B8REFAF0HotNtPc3CCCIISbPW1BqqvJed2Q6IyOyAXCFrDUm/yvX5BBEdD9Ku4WCwXBzX9DjWHQs0y+sAkLAqaF1VrBIKNlAttbmJk/PoSuQXWFmWuYapOBtBmtUsO+F0tLsUkZHukHASIGZBlwmKqzuinRHAEdI6iYvVstjkz79UkaY6ZxkCllXRJTAygCQtbIqSB0DtLUPRWbaCTZOAjVJEj6erJBYkIqTUFiilsQILkqM0R845ZusBu8q55hNgIIE41J2JCT6PzrHsOIMBBDuSnq2GLqBnoJaI963utqZd/9u9taEjjpKGFBJcpFmG0O6muwyIS+mMRJyk6Yl6ghgeyRh6NXLU8YCGujqarpiPTqboOrqboQxa0keRFSxvdqUtC4NuGKIhGQSMlEatDqcMzeaElIQBDKyJYLiV0HEBOo6ii0Fbs7UosDruNrSoLdp4yTGKTq6twJaKopsCAtV9JTcVzEBfbYs0WdFFhQK7KNqE67fl0clzrolIxp3WJqw9HguqtQ4dtAbdnBre2DZJHsZUa60Ks7Tmx5nn6MqC4qr0DiSRwp43Wlhgb010dbQ23XbaZEiHx+rmTqB+CR5tD7mpcFQT35FaqZSXoey6woHuy1Eo0H33tkRLlQkPuryva824gpii6DwpLOiCDsLmo6MJ2HGEsnYra9hmo+Nago7KQXEXWtokbjo6aBE6bAnM+kKEzlfLBrsW0C2g+zLQhabTacHq6lFL0XGFhOaT1dWAtVbyDGAora4wiF5Mora+85okhxVdwTDqU/GoeNnLhGpsYhq6Jvs7f/5HeK1ONAzLEErzbFUdm9YtXGS5QKyZsyiIqUJ40YGbsQXPKZmyJJXCnGFNkLVKMM2Mw+rWMKOzs9RabMTyrVMAJPhlLPzhab1gVbltnbCoBBSL8wP7QfPz7IIN/4S/jdvDjM70J47wHSBqaoozeQE0W5AwYCNlQNpIBUUupXqCZkk6WLaUZs/1dtbSExqIKgOk2TZgT2BxVBrZlTwdNMO15wU6KUsLqegYYtYEA5O4TXgixkWe4AxmpokwTmHdcUWHsGlPSR3iFigSpNkMOw+LBrCYCha6MCCX0NIcT2vOvEDnKaIiuaoJlkIs4BRTlehR7LhqihVlHCN6UlJVGwjuSIBF71JxKS1RYsXXRhotn4oJWQz0alkbkioQQcowdHJ40dkMHbWndMz3Zuk4LXygmKkEPadl6R/RR6eLDg1HRAmrCUh1+OiAZ4Dphcy4RNh0MsvTDFqBaAydZNvxkFpdXnZGBMInCUnyYBpsNic96NgYmcQS4inq+ei+ECeEV6gvUzsgkQBMa5Ws65djVh9oIDgixExQMasfMjblKmRA66IBw4Zu2rxOMaHwHu/jSVLboQZG8ZmKR9xYLA2mE/OnC6ccC9IdcY+IsaRFzUt1EjytM/SEX6OqrqWBrUhEicWzmuCogiLpScVKplSHXTlUTxOVJ07U/JCBtdxG0DjBFnWF7sxgobG6WeecVCQWdBQUBcFJT8yf8gc8rKxqqcL0OTz+AFKo0MnT5tdNp8GVHpgFYU7s0asotKnaRUH9GewhQseZFsm/D1CGSOFMtRlgpUfKhQ4XuoFEF7Jn7SMqc7jYFLkKIcujC42v+14WdSWq57mhCgk6hOKGKLRUaTUs6LKxeIuVCQu6hfl19chH12HqpJXSiRUOdN9pRxmpZe8LBo2gkFQTS3Y4iPUR1TAOxrGW883NiAreKA0Luj6weT9XVTLdEHQhHsKelRuXn764gC5Qjejyb277zwIL6HxNm9VZCzqQQ2p1JS9sRqb+zRqlRnRT+c717DUaXe5WI8FvdOqWC5kpk9mGoYsOHOM7tg+ao0e3JxL89idH247Rje0ndvD88Qaha8i0inLoogafSHSciEZPjkWi5ySaj1Pjfnb1fGZm5Pb0kxsbhm7TU8sf7Dl3x/dfHdi05p4NT9/3gxPRZ9DyDZHIyeSMhEvR1Qam3GorOMF7nicFncKGB6KXqta/V7bAXkO7/ppm99mJtqfR/WP20TWHTvj5HdiJ1g0eewod9mnkjJL9Pv3cxvyRqb/TEdWMLnp6zdqV7D3to69GNq2+f8OO59EDkTfXrN1Ab/HOoZtGx6j5PckzAvFJHYgUzC4RTLYuRdUPoFyB/RpatjEa2fHC0GlKzjTxAbRulGV44A6KDp9/HE20RdO2MTqANW10QBvEttkTibCdSISY2mBPlGCtp6cedAPPo7P+hthTjC7aCHRBLREsEFDi66Qk8YcXBUaPbrIxR1xptZMK6KJn9lJULw6apnkGrXiwgM48uROdHTry0stLXlm0aTM6fm7nOvw4ejV6/ofHH1k72LZpzd+8dLbn5PcWvbduvA50W55CF3JRfHR+gW0cOjmwOG7kb6/0l6LTOcOEpJ0wSCLpo/OESpN7KqAb+NHKI5fRixsputdWo8NtBXTnaLEdfXrFqR371g0dQBfMvzvRtmr5gwOPvG4/vXkivW+ruQk9+AyaOLm9HnQ7Hs+jo15v9YqO7U/2tDUOXb5FIve/cfGNkWJ0WU9SbM4jrgKG46OLp4UKq2LNjq5tx3NDBXRrStH9/fPoZT7x5Pj5+w6d/3GEofva5q22ic03Ny9XFOXUyX9AZ6c79bkX2KhvdUNtzJnO1dfN3mTLD13I/W9denuEmwZb6iBsaSxBkwrojHa1YuGXZ0EX2XS4LeqjYgV26WBxgf34+RWnojRbA6vW3kYdn4/ufo0GfXPz6xhjExs70aENU5BqryZoWhsYL3djgI4dO3/XLlp1vLa9MejYkwQtuFcuXRrJc4OcrwM9qRsFdATHKq2KNSu6gTvHotEddy0dw+a5Z9GLgUn41cRJWk0M0ENDrIZ9c/OynihDR7M3gU3z/F0rVpqmfXTM3LTmwanL1t44iX7tMrrQc/K94xH83ua1G/26hvwELRs79o+jVZvEtVqdP+jIvX3xjX7waw0ZSDKGZTbZAktxPZWlNWxHOgGWVAGdXAZdzwGEXjU7xtnnfXntcfeO5Q/4n35kx2X0g7Gjq3863Bad/Kdd29VFQ1FhPS3K+j70gHl6zbJFR4dpLg9137lhySudS349WofVUQlGZ2fnaCR6rLO7uzMo9QNGNz1UIWKALr/4W3V0tLTJrNC+wQqtP83Cshg6UF1BNW1LJIaRNrBWcXmiMoOJJrvnQTu4aa2zs3swEtz1sW56onMjy070XHfnGG0p6wY1vh3d3WM9hB6hAWkux0Yj2LQ66/J1fuD8w8xU47D8Q0wJOrmwbl41cT46jrtykTq8HIayLeUqmtkknu2mpz+ITf2PTDWPC43h0qy2ZvS/NnRcYfE5jut/5+JbwdZUzOkV9ezmOwu6xusWQsf5dWOe3cgbF98aYSxzrZbi2RazXypUQ9g5dFqqyvjE1GqLwa5faOXcFKlau1O4kKGj2RYc5E8qrMwun32fFjfyzsUr/bl5PrWyCxs6ECSEHKvmUbGca6OF9hIttFBzJTPFPzTo1DhCvKmLc9bIP196+8rco4l6WMZhv8tG47syma4u+lObgoCZzH2r/+VnP8xkao5XiB4SdElKrj3uxOPxOuaevPuzf13/7rtzjBTLhgPdkiNWlrm6dH2zlq68cfGdK3ONFJKZTrSaEBMIZdRaa4lSvz/1aFGzQlNNcGwCdfXGSXly9HfknUtXuKLpyNXihAkdENuoe9F+buTti2/11/4oGzJ0QZbqAkdbdv1vXZzqAJ2H6OoeZWX2NnLpUn/NwRfQ5SP5Xm6kZMxiAV1VDLm5Y7VNHss974brHbG60eUe/7kaewB0WPB1OclTC2HXsgZ7Ku7qC+iCOHIQjys3p6KMaPMxaYeoSVwHshkIawxHJPrQp+gh8XXvncMtlOB2IfrEHA50m1k3UPscu43qVyZE6xK3t1RdmfbwoFsi1NHPW7fSmoNQTAkJutIVJ5opnS2GzQuhqWG53CB+C9B1sMWwQ9WuyzfN6tK0rzSaOQ1gKoQv1UmF7Gmi/HAgB9i2NVx6MBje54oP0l2SX+Iuv2aKqBVf1e8XhJChK7GSgnA8gT2FFJ0tYC6eKwGQTurFoASeFMZsgZuiPQ/QcaCzdZoUf066z2/63C+S+yN4wSM98MicOgFkWsCicjwfOp3oPkOnxyTKR1M1IJqtqWBYoKWAmEZKBM20QIoHK+qQhKowupZl2QQblg04RYjmGh4usdDwo2Mckkm1gxY74ImWoVDYepGWA3aGUGZJSXcgRQxH9COnRIzoVsIVMwY4Jo6BjQgnZUXJyQHLJ1JmVmcT9GWjU1I8I2M7asoz6ZaZAS3J4TjheVWyIM6LYCtBUF4QlOD7OxUbiO4iELIEXIWChuldUrfk63V1qCo6lzj0Bqwk3cHZdICO1h5EYQsOEZHPpm1/HjYYqmFQEwMziWkBtywzOx3d9OpjnqCjzTDcpYLQboNmJyXQ2kGLg91FJEUXDcGGRMr0y2PwrlO7CpolcpBGBFOrywTouorajPMCHQdu1hFAy6qgZmIu2PFkIkPbIIrn2HoymxRExU7ogsPWrFNjtDIQYjHsxZ2YSngnpXhuxiKJmCB1CVO+bp6gKyOcKd6fMexNJLYm55zfEWuCvnx0xUdtVEohCFLoX8dZSzPsqSZzcZNufqErtqlUotrMFOy5ldccn6foqqqWsdh5ia7SrP6a4c1PdA3RArrZwFS9TsjQzeEL2Cv3iNZwDbm1j//N/VZiLrAVro735OYumQsTOpAXf+VIL7RmeILb//FiLjTo5P1XH3p/sSyzFzabLU5+//ar+8+FxNf9/P2rD/1i//7Fi3t7F7dA+39x9eq/hQPdv9/+0EMP3f7L29lPK/RLmt5/hATdVYru/a+0TldDg27JDerqrv68t5wC91f21KySucrnmWP9dmiqid6v3P5+rxysJjlNsmx5nmRh2d8uHPR/2ExYLlhFgZ2Sc4dlENhyO3L+wAwBvE/TCk+TWJYXL2aZndGS0GMe4IST7woh0/rhZuseiYFdcbkJmlSIpmEHq78AVwZdkr05xnew4VYdiJfyV9JhMjsE1tGpB/vEJ0kE9p1G7At5fK6ElH3/J1TfmVjIVBl0bJkcAWFI2Lypx3nRVS2PnUllLeLxSS+VMjxwFU/xiJgSeJLKaKJteTykOxJKmTV2QvYWNucvBBEssVbsl5jVcaAjTCQi8aAYIIk4w7wcdggYXcCl0jhDhAwRM2mTJybgLOiObmYo7CSU+M7AV+bQydEmq6351YTa67/zEOSphB2zOja+hUGwExSdBUSzMmwmBHZ0fwknYtN99s1Y2TRJKpihsx1sUn/nSWXAFdBlujubrO7kFLq2Znw0MWSUL6u+iO/rvCRJ87qbYFaXwEKcnfGtTgG6n44RgaKLpwlJZdMUncaGfgSGbhZPx3xdSxSg41Gipxn6aoBuFgnxhJhOJdNgOUJCAT6Bu2z2RZTU6rKYqFkiZg27XTC7ROoPbQuS2GjXiZLEnsDxfFl0/jsqppJsgZiv9dE1SwG6MmbHsqiqhsUCEEnFUhpL2JBsi32ZKXEtYqhp0Ng+VgWcwmnD1Iim0sIteSabtlN2SLFkpZlmi1YTySajm5tuLu9+e/mmrlC7Ii1KJ4RaQFe3FtDVrQV0dWsBXd1aQFe3FtDVrQV0dWsBXd1qLLprMUVxqCai33hutI74B5UXRp9wXvj6nmtbo3OKpgy3+Rt3nGqrI9n61GCr+2D1rodBPnN825Yf14MOdq9YCX+19uu9pz+cCzr4JtrrZ2TP0b9cdFvWr3i4d5wT9ljGEPSdVF1LHZ10B49Y1nif4Y6OWOOw51fqCYDJ7nEWfrJ77Jw6SDf2HFPH6L3sXk7RLf36we6x6KRr7LAof3nSdS2Xhen7lWUNHrOsHtull7HUwTboc93RybEIRdc22U03rcG+k659zuqhoU/SeCypZqnh6Jbf+8FWgP4/7FoJu+/ZuBtNRK6vuXv/s2hY/iM6/BoavvHShdd+PdH3EZpg9nFwH3rwzRXD0PeT18/tPL6tgG790nuvP75247Nrv4Az3z91Bj3AbLj3Grrn3tObDz38wX8O3bhj68eXT23r3Y2Gf7N0lKE7uO9w5Pp9d2/7I1p38vEXx2H3Upr6hfHG5m+6Go4OvfzUJ+Cbz2fo08hnqz+Bycfv3n8ADcM36P5vT1xbPnxk1dlt11/0M9W/6p57D+77r+gZ9Dk8gU7l0e1Ztezeg48cGjqAHr3xrUNf3Fj/uh+6j+5ToieuP0wpDsM3V0zAY2hv/53jFB05/XkbTWrrtifQ4SM0jp/6XZ80NntFaoLVbfkQfHRH1t8d+Q3aOw0ddUg3DqDjUmosbww+ukeW3fsMepSiO7xtBrrhvmfv+eLGmrN+BPnM5uMf/3bXxO+ifQdWPEo93ET0MfR7YL7u7NHXv4ApdPef6KOpf0ZTb56a4Otklk3GYMu7L18+PF6MjuZ5eFr4KXTDs6CDIzt/evlsrs45+NQrKz9AX52AHLoLBXSfHmBXn4YOtrzkp948NQGdv0EZcGcGdZ2QYnTyNXQ4whH47L99B96/ijq2fZ+0Xd/8OVzbNTyzwA7DBx8OiHpu2LXvo/tP9P7PslFqf9RMd689AXl0e+EPaKII3ZnfDejlh2sbpMaim3wTob09Mq0wV6ELP1/PeorvjuzZubbzW9QZUf9Ny9TBl9CT9mj0G2iCDWD1r9r16jP3PAp9z9zvvns4wqId2YcmJu/atfL66qUbn0V7ez9iVzmUqykf2zoEj30aYW7vOfeHw5G+P6BPaW37R3ToiyfuQ6eObX596Bpad/6uFcN9+/zU/2KqiUnbNG0fnW3a1JUzfQ79NsZ2j05PsYz003+04Jp+yv2rlv2vzUpjn2nbEdhDw9Cog0dsc3wHvZZp48jBNewqfwoS2DPe5v/6Ecwo9Nnsoiy18YP0D40gYD/eOASp/76h+StSEx/EbrxwgoM9//d5pTDM11W5yo+GOdJ/7U/1pf5RxdRvTk1Et+XPY6Z5/sNtlcJMrl+xsvIt9B04TK9y55yfTW78+RSN9+OKqd+cmvn4v0czjMHKzmbS0Iwqt9BX/Sr1pn5zWug5qVsL6OrWArq6tYCubv0/57/DcEjyPpU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3560" name="AutoShape 8" descr="Polling VS Interrupts in details and with suitable exampls - Zito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3562" name="AutoShape 10" descr="Polling VS Interrupts in details and with suitable exampls - Zito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3564" name="AutoShape 12" descr="data:image/png;base64,iVBORw0KGgoAAAANSUhEUgAAAToAAAChCAMAAABgSoNaAAACdlBMVEXq+f////8AAADw//////7z//+FjZFubm5ubmjb29s3Ozw1NTXl5eWKior8//wQEBDNzc10dXXw8PHx/+q41rKLtoFdY2aTnKAVFRUyNTZTU1GYoqbN2t/3//RbW1qYmJePg178+eK1tbXs7Oyzs7PExMSkpKSUlJS/v78AADbd3d1ISEihoaEfHx8vLy+AgIAAAEYAACEAAByCvtGOQQD58Op+OQAxAAAqAAAAADDDrHze6eOPak0aQmKdsslNAACZysx+a2rI6eyVsLelknUdAAA6AADm1a8ePX56otUAAD+f5e7I//8sTIXf//9lbnghAAAHG1LNzrNEcIaBZj1snqz/5uV2xWgAABSx7f+waiD/8eE6gLxdGgDh/+aZcEH/xYX72L1jNwADLVqQv/HgmUb0smxDEADyvItAcpvn6steMg2VoHdRTDI+PC0/MiGehG51fY6xzt64opBaco+ewuPAtZyQoLR3ibHV3OrCpYU7JQcfAB2mh10AIkKjh0x0p6mJWC0vL1NxQypPNVZ4qcjHpXYnT207WYRlRDI6UFgiHEW8w7Nekp26s5RKGCJni4GwiHiDTz3FxZRLdpGdalkAI2DanJ67ODykvqpvbo2pmV9VLQ/xubrDVlrQgIFSPhyYelNsS1kbMEI1IgD2zc3Vb3Lyj5GEEBOcNTyICg5ZNTpzaU2o356u1KXv+Mu49blwlmp9hUyMt4NUi0nGkGbm25ldaJndw6u+oqPatJX//tM7KUeKSSVSVpbC0bTHs2kAP5AAXpvq4JkAJH1jmde11f2zcU6XmrpEktUzADt8HwCaXArMlFqk3swAV6GEPiJlTUE6+djhAAAVrUlEQVR4nO2djX8bxZnH9YzWWVbaXY8mxXbXtjbeN220K21eznmpiROchGBKEgjBhLw2BApJ34Lz4jiUcrw4BAjpXclBrhwhvV6460Fo73oBNylHgYO2d+31+h/dzK4kW7IsyYok0rV/H7/sy8zOzlfPPDM7MzuKwILqVOTLvoG/XN0C6Dj/p3qgW023ADrGhctvVA52S+mWQFcdCkfVihuZi24NdDnNTueW4wa3CDqTT3gqvhXxVFKL0FXAwk4leWLGU5UvkSYNvaObV6SZTqRwZU6uHCiR4EDN0A2B8REFAF0HotNtPc3CCCIISbPW1BqqvJed2Q6IyOyAXCFrDUm/yvX5BBEdD9Ku4WCwXBzX9DjWHQs0y+sAkLAqaF1VrBIKNlAttbmJk/PoSuQXWFmWuYapOBtBmtUsO+F0tLsUkZHukHASIGZBlwmKqzuinRHAEdI6iYvVstjkz79UkaY6ZxkCllXRJTAygCQtbIqSB0DtLUPRWbaCTZOAjVJEj6erJBYkIqTUFiilsQILkqM0R845ZusBu8q55hNgIIE41J2JCT6PzrHsOIMBBDuSnq2GLqBnoJaI963utqZd/9u9taEjjpKGFBJcpFmG0O6muwyIS+mMRJyk6Yl6ghgeyRh6NXLU8YCGujqarpiPTqboOrqboQxa0keRFSxvdqUtC4NuGKIhGQSMlEatDqcMzeaElIQBDKyJYLiV0HEBOo6ii0Fbs7UosDruNrSoLdp4yTGKTq6twJaKopsCAtV9JTcVzEBfbYs0WdFFhQK7KNqE67fl0clzrolIxp3WJqw9HguqtQ4dtAbdnBre2DZJHsZUa60Ks7Tmx5nn6MqC4qr0DiSRwp43Wlhgb010dbQ23XbaZEiHx+rmTqB+CR5tD7mpcFQT35FaqZSXoey6woHuy1Eo0H33tkRLlQkPuryva824gpii6DwpLOiCDsLmo6MJ2HGEsnYra9hmo+Nago7KQXEXWtokbjo6aBE6bAnM+kKEzlfLBrsW0C2g+zLQhabTacHq6lFL0XGFhOaT1dWAtVbyDGAora4wiF5Mora+85okhxVdwTDqU/GoeNnLhGpsYhq6Jvs7f/5HeK1ONAzLEErzbFUdm9YtXGS5QKyZsyiIqUJ40YGbsQXPKZmyJJXCnGFNkLVKMM2Mw+rWMKOzs9RabMTyrVMAJPhlLPzhab1gVbltnbCoBBSL8wP7QfPz7IIN/4S/jdvDjM70J47wHSBqaoozeQE0W5AwYCNlQNpIBUUupXqCZkk6WLaUZs/1dtbSExqIKgOk2TZgT2BxVBrZlTwdNMO15wU6KUsLqegYYtYEA5O4TXgixkWe4AxmpokwTmHdcUWHsGlPSR3iFigSpNkMOw+LBrCYCha6MCCX0NIcT2vOvEDnKaIiuaoJlkIs4BRTlehR7LhqihVlHCN6UlJVGwjuSIBF71JxKS1RYsXXRhotn4oJWQz0alkbkioQQcowdHJ40dkMHbWndMz3Zuk4LXygmKkEPadl6R/RR6eLDg1HRAmrCUh1+OiAZ4Dphcy4RNh0MsvTDFqBaAydZNvxkFpdXnZGBMInCUnyYBpsNic96NgYmcQS4inq+ei+ECeEV6gvUzsgkQBMa5Ws65djVh9oIDgixExQMasfMjblKmRA66IBw4Zu2rxOMaHwHu/jSVLboQZG8ZmKR9xYLA2mE/OnC6ccC9IdcY+IsaRFzUt1EjytM/SEX6OqrqWBrUhEicWzmuCogiLpScVKplSHXTlUTxOVJ07U/JCBtdxG0DjBFnWF7sxgobG6WeecVCQWdBQUBcFJT8yf8gc8rKxqqcL0OTz+AFKo0MnT5tdNp8GVHpgFYU7s0asotKnaRUH9GewhQseZFsm/D1CGSOFMtRlgpUfKhQ4XuoFEF7Jn7SMqc7jYFLkKIcujC42v+14WdSWq57mhCgk6hOKGKLRUaTUs6LKxeIuVCQu6hfl19chH12HqpJXSiRUOdN9pRxmpZe8LBo2gkFQTS3Y4iPUR1TAOxrGW883NiAreKA0Luj6weT9XVTLdEHQhHsKelRuXn764gC5Qjejyb277zwIL6HxNm9VZCzqQQ2p1JS9sRqb+zRqlRnRT+c717DUaXe5WI8FvdOqWC5kpk9mGoYsOHOM7tg+ao0e3JxL89idH247Rje0ndvD88Qaha8i0inLoogafSHSciEZPjkWi5ySaj1Pjfnb1fGZm5Pb0kxsbhm7TU8sf7Dl3x/dfHdi05p4NT9/3gxPRZ9DyDZHIyeSMhEvR1Qam3GorOMF7nicFncKGB6KXqta/V7bAXkO7/ppm99mJtqfR/WP20TWHTvj5HdiJ1g0eewod9mnkjJL9Pv3cxvyRqb/TEdWMLnp6zdqV7D3to69GNq2+f8OO59EDkTfXrN1Ab/HOoZtGx6j5PckzAvFJHYgUzC4RTLYuRdUPoFyB/RpatjEa2fHC0GlKzjTxAbRulGV44A6KDp9/HE20RdO2MTqANW10QBvEttkTibCdSISY2mBPlGCtp6cedAPPo7P+hthTjC7aCHRBLREsEFDi66Qk8YcXBUaPbrIxR1xptZMK6KJn9lJULw6apnkGrXiwgM48uROdHTry0stLXlm0aTM6fm7nOvw4ejV6/ofHH1k72LZpzd+8dLbn5PcWvbduvA50W55CF3JRfHR+gW0cOjmwOG7kb6/0l6LTOcOEpJ0wSCLpo/OESpN7KqAb+NHKI5fRixsputdWo8NtBXTnaLEdfXrFqR371g0dQBfMvzvRtmr5gwOPvG4/vXkivW+ruQk9+AyaOLm9HnQ7Hs+jo15v9YqO7U/2tDUOXb5FIve/cfGNkWJ0WU9SbM4jrgKG46OLp4UKq2LNjq5tx3NDBXRrStH9/fPoZT7x5Pj5+w6d/3GEofva5q22ic03Ny9XFOXUyX9AZ6c79bkX2KhvdUNtzJnO1dfN3mTLD13I/W9denuEmwZb6iBsaSxBkwrojHa1YuGXZ0EX2XS4LeqjYgV26WBxgf34+RWnojRbA6vW3kYdn4/ufo0GfXPz6xhjExs70aENU5BqryZoWhsYL3djgI4dO3/XLlp1vLa9MejYkwQtuFcuXRrJc4OcrwM9qRsFdATHKq2KNSu6gTvHotEddy0dw+a5Z9GLgUn41cRJWk0M0ENDrIZ9c/OynihDR7M3gU3z/F0rVpqmfXTM3LTmwanL1t44iX7tMrrQc/K94xH83ua1G/26hvwELRs79o+jVZvEtVqdP+jIvX3xjX7waw0ZSDKGZTbZAktxPZWlNWxHOgGWVAGdXAZdzwGEXjU7xtnnfXntcfeO5Q/4n35kx2X0g7Gjq3863Bad/Kdd29VFQ1FhPS3K+j70gHl6zbJFR4dpLg9137lhySudS349WofVUQlGZ2fnaCR6rLO7uzMo9QNGNz1UIWKALr/4W3V0tLTJrNC+wQqtP83Cshg6UF1BNW1LJIaRNrBWcXmiMoOJJrvnQTu4aa2zs3swEtz1sW56onMjy070XHfnGG0p6wY1vh3d3WM9hB6hAWkux0Yj2LQ66/J1fuD8w8xU47D8Q0wJOrmwbl41cT46jrtykTq8HIayLeUqmtkknu2mpz+ITf2PTDWPC43h0qy2ZvS/NnRcYfE5jut/5+JbwdZUzOkV9ezmOwu6xusWQsf5dWOe3cgbF98aYSxzrZbi2RazXypUQ9g5dFqqyvjE1GqLwa5faOXcFKlau1O4kKGj2RYc5E8qrMwun32fFjfyzsUr/bl5PrWyCxs6ECSEHKvmUbGca6OF9hIttFBzJTPFPzTo1DhCvKmLc9bIP196+8rco4l6WMZhv8tG47syma4u+lObgoCZzH2r/+VnP8xkao5XiB4SdElKrj3uxOPxOuaevPuzf13/7rtzjBTLhgPdkiNWlrm6dH2zlq68cfGdK3ONFJKZTrSaEBMIZdRaa4lSvz/1aFGzQlNNcGwCdfXGSXly9HfknUtXuKLpyNXihAkdENuoe9F+buTti2/11/4oGzJ0QZbqAkdbdv1vXZzqAJ2H6OoeZWX2NnLpUn/NwRfQ5SP5Xm6kZMxiAV1VDLm5Y7VNHss974brHbG60eUe/7kaewB0WPB1OclTC2HXsgZ7Ku7qC+iCOHIQjys3p6KMaPMxaYeoSVwHshkIawxHJPrQp+gh8XXvncMtlOB2IfrEHA50m1k3UPscu43qVyZE6xK3t1RdmfbwoFsi1NHPW7fSmoNQTAkJutIVJ5opnS2GzQuhqWG53CB+C9B1sMWwQ9WuyzfN6tK0rzSaOQ1gKoQv1UmF7Gmi/HAgB9i2NVx6MBje54oP0l2SX+Iuv2aKqBVf1e8XhJChK7GSgnA8gT2FFJ0tYC6eKwGQTurFoASeFMZsgZuiPQ/QcaCzdZoUf066z2/63C+S+yN4wSM98MicOgFkWsCicjwfOp3oPkOnxyTKR1M1IJqtqWBYoKWAmEZKBM20QIoHK+qQhKowupZl2QQblg04RYjmGh4usdDwo2Mckkm1gxY74ImWoVDYepGWA3aGUGZJSXcgRQxH9COnRIzoVsIVMwY4Jo6BjQgnZUXJyQHLJ1JmVmcT9GWjU1I8I2M7asoz6ZaZAS3J4TjheVWyIM6LYCtBUF4QlOD7OxUbiO4iELIEXIWChuldUrfk63V1qCo6lzj0Bqwk3cHZdICO1h5EYQsOEZHPpm1/HjYYqmFQEwMziWkBtywzOx3d9OpjnqCjzTDcpYLQboNmJyXQ2kGLg91FJEUXDcGGRMr0y2PwrlO7CpolcpBGBFOrywTouorajPMCHQdu1hFAy6qgZmIu2PFkIkPbIIrn2HoymxRExU7ogsPWrFNjtDIQYjHsxZ2YSngnpXhuxiKJmCB1CVO+bp6gKyOcKd6fMexNJLYm55zfEWuCvnx0xUdtVEohCFLoX8dZSzPsqSZzcZNufqErtqlUotrMFOy5ldccn6foqqqWsdh5ia7SrP6a4c1PdA3RArrZwFS9TsjQzeEL2Cv3iNZwDbm1j//N/VZiLrAVro735OYumQsTOpAXf+VIL7RmeILb//FiLjTo5P1XH3p/sSyzFzabLU5+//ar+8+FxNf9/P2rD/1i//7Fi3t7F7dA+39x9eq/hQPdv9/+0EMP3f7L29lPK/RLmt5/hATdVYru/a+0TldDg27JDerqrv68t5wC91f21KySucrnmWP9dmiqid6v3P5+rxysJjlNsmx5nmRh2d8uHPR/2ExYLlhFgZ2Sc4dlENhyO3L+wAwBvE/TCk+TWJYXL2aZndGS0GMe4IST7woh0/rhZuseiYFdcbkJmlSIpmEHq78AVwZdkr05xnew4VYdiJfyV9JhMjsE1tGpB/vEJ0kE9p1G7At5fK6ElH3/J1TfmVjIVBl0bJkcAWFI2Lypx3nRVS2PnUllLeLxSS+VMjxwFU/xiJgSeJLKaKJteTykOxJKmTV2QvYWNucvBBEssVbsl5jVcaAjTCQi8aAYIIk4w7wcdggYXcCl0jhDhAwRM2mTJybgLOiObmYo7CSU+M7AV+bQydEmq6351YTa67/zEOSphB2zOja+hUGwExSdBUSzMmwmBHZ0fwknYtN99s1Y2TRJKpihsx1sUn/nSWXAFdBlujubrO7kFLq2Znw0MWSUL6u+iO/rvCRJ87qbYFaXwEKcnfGtTgG6n44RgaKLpwlJZdMUncaGfgSGbhZPx3xdSxSg41Gipxn6aoBuFgnxhJhOJdNgOUJCAT6Bu2z2RZTU6rKYqFkiZg27XTC7ROoPbQuS2GjXiZLEnsDxfFl0/jsqppJsgZiv9dE1SwG6MmbHsqiqhsUCEEnFUhpL2JBsi32ZKXEtYqhp0Ng+VgWcwmnD1Iim0sIteSabtlN2SLFkpZlmi1YTySajm5tuLu9+e/mmrlC7Ii1KJ4RaQFe3FtDVrQV0dWsBXd1aQFe3FtDVrQV0dWsBXd1qLLprMUVxqCai33hutI74B5UXRp9wXvj6nmtbo3OKpgy3+Rt3nGqrI9n61GCr+2D1rodBPnN825Yf14MOdq9YCX+19uu9pz+cCzr4JtrrZ2TP0b9cdFvWr3i4d5wT9ljGEPSdVF1LHZ10B49Y1nif4Y6OWOOw51fqCYDJ7nEWfrJ77Jw6SDf2HFPH6L3sXk7RLf36we6x6KRr7LAof3nSdS2Xhen7lWUNHrOsHtull7HUwTboc93RybEIRdc22U03rcG+k659zuqhoU/SeCypZqnh6Jbf+8FWgP4/7FoJu+/ZuBtNRK6vuXv/s2hY/iM6/BoavvHShdd+PdH3EZpg9nFwH3rwzRXD0PeT18/tPL6tgG790nuvP75247Nrv4Az3z91Bj3AbLj3Grrn3tObDz38wX8O3bhj68eXT23r3Y2Gf7N0lKE7uO9w5Pp9d2/7I1p38vEXx2H3Upr6hfHG5m+6Go4OvfzUJ+Cbz2fo08hnqz+Bycfv3n8ADcM36P5vT1xbPnxk1dlt11/0M9W/6p57D+77r+gZ9Dk8gU7l0e1Ztezeg48cGjqAHr3xrUNf3Fj/uh+6j+5ToieuP0wpDsM3V0zAY2hv/53jFB05/XkbTWrrtifQ4SM0jp/6XZ80NntFaoLVbfkQfHRH1t8d+Q3aOw0ddUg3DqDjUmosbww+ukeW3fsMepSiO7xtBrrhvmfv+eLGmrN+BPnM5uMf/3bXxO+ifQdWPEo93ET0MfR7YL7u7NHXv4ApdPef6KOpf0ZTb56a4Otklk3GYMu7L18+PF6MjuZ5eFr4KXTDs6CDIzt/evlsrs45+NQrKz9AX52AHLoLBXSfHmBXn4YOtrzkp948NQGdv0EZcGcGdZ2QYnTyNXQ4whH47L99B96/ijq2fZ+0Xd/8OVzbNTyzwA7DBx8OiHpu2LXvo/tP9P7PslFqf9RMd689AXl0e+EPaKII3ZnfDejlh2sbpMaim3wTob09Mq0wV6ELP1/PeorvjuzZubbzW9QZUf9Ny9TBl9CT9mj0G2iCDWD1r9r16jP3PAp9z9zvvns4wqId2YcmJu/atfL66qUbn0V7ez9iVzmUqykf2zoEj30aYW7vOfeHw5G+P6BPaW37R3ToiyfuQ6eObX596Bpad/6uFcN9+/zU/2KqiUnbNG0fnW3a1JUzfQ79NsZ2j05PsYz003+04Jp+yv2rlv2vzUpjn2nbEdhDw9Cog0dsc3wHvZZp48jBNewqfwoS2DPe5v/6Ecwo9Nnsoiy18YP0D40gYD/eOASp/76h+StSEx/EbrxwgoM9//d5pTDM11W5yo+GOdJ/7U/1pf5RxdRvTk1Et+XPY6Z5/sNtlcJMrl+xsvIt9B04TK9y55yfTW78+RSN9+OKqd+cmvn4v0czjMHKzmbS0Iwqt9BX/Sr1pn5zWug5qVsL6OrWArq6tYCubv0/57/DcEjyPpU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23565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71086" y="1979159"/>
            <a:ext cx="3591940" cy="1841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1886" y="827295"/>
          <a:ext cx="8273142" cy="4093084"/>
        </p:xfrm>
        <a:graphic>
          <a:graphicData uri="http://schemas.openxmlformats.org/drawingml/2006/table">
            <a:tbl>
              <a:tblPr/>
              <a:tblGrid>
                <a:gridCol w="532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987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400" b="1" cap="all" dirty="0">
                          <a:solidFill>
                            <a:srgbClr val="000000"/>
                          </a:solidFill>
                        </a:rPr>
                        <a:t>S.NO</a:t>
                      </a:r>
                    </a:p>
                  </a:txBody>
                  <a:tcPr marL="36778" marR="36778" marT="36778" marB="367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1" cap="all" dirty="0">
                          <a:solidFill>
                            <a:srgbClr val="000000"/>
                          </a:solidFill>
                        </a:rPr>
                        <a:t>INTERRUPT</a:t>
                      </a:r>
                    </a:p>
                  </a:txBody>
                  <a:tcPr marL="36778" marR="36778" marT="36778" marB="367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1" cap="all" dirty="0">
                          <a:solidFill>
                            <a:srgbClr val="000000"/>
                          </a:solidFill>
                        </a:rPr>
                        <a:t>POLLING</a:t>
                      </a:r>
                    </a:p>
                  </a:txBody>
                  <a:tcPr marL="36778" marR="36778" marT="36778" marB="367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F9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409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0" dirty="0"/>
                        <a:t>1.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In interrupt, the device notices the CPU that it requires its attention.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/>
                        <a:t>Whereas, in polling, CPU steadily checks whether the device needs attention.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637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0" dirty="0"/>
                        <a:t>2.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An interrupt is not a protocol, its a hardware mechanism.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Whereas it isn’t a hardware mechanism, its a protocol.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637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0" dirty="0"/>
                        <a:t>3.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/>
                        <a:t>In interrupt, the device is serviced by interrupt handler.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While in polling, the device is serviced by CPU.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34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0" dirty="0"/>
                        <a:t>4.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In interrupt, interrupt request line is used as indication for indicating that device requires servicing.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While in polling, Command ready bit is used as indication for indicating that device requires servicing.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058">
                <a:tc>
                  <a:txBody>
                    <a:bodyPr/>
                    <a:lstStyle/>
                    <a:p>
                      <a:pPr algn="ctr" fontAlgn="base"/>
                      <a:r>
                        <a:rPr lang="en-IN" sz="1600" b="0" dirty="0"/>
                        <a:t>5.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In interrupts, processor is simply disturbed once any device interrupts it.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IN" sz="1600" b="0" dirty="0"/>
                        <a:t>in polling, processor waste countless processor cycles by repeatedly checking the command-ready little bit of each device.</a:t>
                      </a:r>
                    </a:p>
                  </a:txBody>
                  <a:tcPr marL="64362" marR="64362" marT="32181" marB="32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079" y="698164"/>
            <a:ext cx="7688700" cy="535200"/>
          </a:xfrm>
        </p:spPr>
        <p:txBody>
          <a:bodyPr/>
          <a:lstStyle/>
          <a:p>
            <a:r>
              <a:rPr lang="en-IN" dirty="0">
                <a:solidFill>
                  <a:srgbClr val="C90DB3"/>
                </a:solidFill>
              </a:rPr>
              <a:t>I/O mapped I/O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572" y="1338942"/>
            <a:ext cx="4593772" cy="3514411"/>
          </a:xfrm>
        </p:spPr>
        <p:txBody>
          <a:bodyPr/>
          <a:lstStyle/>
          <a:p>
            <a:pPr algn="just"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In I/O mapped I/O mapping, the I/O devices are given a separate addressing region. </a:t>
            </a:r>
          </a:p>
          <a:p>
            <a:pPr algn="just"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Separate from the memory, These separate address spaces are known as ‘Ports’.</a:t>
            </a:r>
          </a:p>
          <a:p>
            <a:pPr algn="just"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If we use 8-bit address lines for creating this special address space for the I/O devices. </a:t>
            </a:r>
          </a:p>
          <a:p>
            <a:pPr algn="just"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That means that we can have an address space of 2^8 = 256 bytes 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40753" y="1353231"/>
            <a:ext cx="402907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250" y="665507"/>
            <a:ext cx="7688700" cy="535200"/>
          </a:xfrm>
        </p:spPr>
        <p:txBody>
          <a:bodyPr/>
          <a:lstStyle/>
          <a:p>
            <a:r>
              <a:rPr lang="en-IN" dirty="0">
                <a:solidFill>
                  <a:srgbClr val="C90DB3"/>
                </a:solidFill>
              </a:rPr>
              <a:t>Memory-mapped I/O interfacing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6703" y="1207790"/>
            <a:ext cx="5747658" cy="3690256"/>
          </a:xfrm>
        </p:spPr>
        <p:txBody>
          <a:bodyPr/>
          <a:lstStyle/>
          <a:p>
            <a:pPr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Under the Memory-mapped I/O interfacing, the processor treats the I/O devices like any other memory location. 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The I/O devices are efficiently mapped into the system memory along with the RAM and ROM memory. 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These devices are assigned with a 16/32 bit address value within the entire address range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8054B"/>
                </a:solidFill>
              </a:rPr>
              <a:t>If data is to be exchanged with these devices, they follow the data transfer instructions that we usually use when we work with memory.</a:t>
            </a:r>
          </a:p>
          <a:p>
            <a:pPr algn="just">
              <a:lnSpc>
                <a:spcPct val="100000"/>
              </a:lnSpc>
              <a:spcAft>
                <a:spcPts val="600"/>
              </a:spcAft>
              <a:buClr>
                <a:srgbClr val="08054B"/>
              </a:buClr>
              <a:buSzPct val="100000"/>
              <a:buFont typeface="Wingdings" panose="05000000000000000000" pitchFamily="2" charset="2"/>
              <a:buChar char="Ø"/>
            </a:pPr>
            <a:endParaRPr lang="en-IN" sz="1800" dirty="0">
              <a:solidFill>
                <a:srgbClr val="08054B"/>
              </a:solidFill>
            </a:endParaRPr>
          </a:p>
        </p:txBody>
      </p:sp>
      <p:pic>
        <p:nvPicPr>
          <p:cNvPr id="21506" name="Picture 2" descr="memory mapped I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23718" y="1521051"/>
            <a:ext cx="2019300" cy="2371726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1280" y="1807600"/>
            <a:ext cx="7688700" cy="535200"/>
          </a:xfrm>
        </p:spPr>
        <p:txBody>
          <a:bodyPr/>
          <a:lstStyle/>
          <a:p>
            <a:r>
              <a:rPr lang="en-IN" altLang="en-US" sz="5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charset="0"/>
                <a:cs typeface="Algerian" panose="04020705040A02060702" charset="0"/>
              </a:rPr>
              <a:t>THANK YOU 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1499</Words>
  <Application>Microsoft Office PowerPoint</Application>
  <PresentationFormat>On-screen Show (16:9)</PresentationFormat>
  <Paragraphs>269</Paragraphs>
  <Slides>41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Streamline</vt:lpstr>
      <vt:lpstr>Embedded  System Basics</vt:lpstr>
      <vt:lpstr>PowerPoint Presentation</vt:lpstr>
      <vt:lpstr>Future Trends in Embedded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 of Embedded System</vt:lpstr>
      <vt:lpstr>MICROPROCESSOR</vt:lpstr>
      <vt:lpstr>PowerPoint Presentation</vt:lpstr>
      <vt:lpstr>PowerPoint Presentation</vt:lpstr>
      <vt:lpstr>PowerPoint Presentation</vt:lpstr>
      <vt:lpstr>Address, Data Bus, Control Bus</vt:lpstr>
      <vt:lpstr>RISC and CISC</vt:lpstr>
      <vt:lpstr>PowerPoint Presentation</vt:lpstr>
      <vt:lpstr>Von Neumann Architecture: (Single Memory)</vt:lpstr>
      <vt:lpstr>Harvard Architecture  (Dual Memory )</vt:lpstr>
      <vt:lpstr>Pipelining</vt:lpstr>
      <vt:lpstr>PowerPoint Presentation</vt:lpstr>
      <vt:lpstr>Communication Protocols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Polling</vt:lpstr>
      <vt:lpstr>PowerPoint Presentation</vt:lpstr>
      <vt:lpstr>I/O mapped I/O</vt:lpstr>
      <vt:lpstr>Memory-mapped I/O interfacing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MODULE</dc:title>
  <dc:creator>VAISHNAVI</dc:creator>
  <cp:lastModifiedBy>manoj kumar</cp:lastModifiedBy>
  <cp:revision>232</cp:revision>
  <dcterms:created xsi:type="dcterms:W3CDTF">2021-04-07T03:55:00Z</dcterms:created>
  <dcterms:modified xsi:type="dcterms:W3CDTF">2022-01-03T05:15:37Z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1033-11.2.0.10258</vt:lpwstr>
  </property>
  <property fmtid="{D5CDD505-2E9C-101B-9397-08002B2CF9AE}" pid="3" name="ICV">
    <vt:lpwstr>C862E80B8EFA47559B5A6BF231409A55</vt:lpwstr>
  </property>
</Properties>
</file>