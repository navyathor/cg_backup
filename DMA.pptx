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6" r:id="rId2"/>
    <p:sldMasterId id="2147483677" r:id="rId3"/>
    <p:sldMasterId id="2147483682" r:id="rId4"/>
  </p:sldMasterIdLst>
  <p:sldIdLst>
    <p:sldId id="256" r:id="rId5"/>
    <p:sldId id="257" r:id="rId6"/>
    <p:sldId id="271" r:id="rId7"/>
    <p:sldId id="272" r:id="rId8"/>
    <p:sldId id="273" r:id="rId9"/>
    <p:sldId id="266" r:id="rId10"/>
    <p:sldId id="274" r:id="rId11"/>
    <p:sldId id="275" r:id="rId12"/>
    <p:sldId id="276" r:id="rId13"/>
    <p:sldId id="277" r:id="rId14"/>
    <p:sldId id="278" r:id="rId15"/>
  </p:sldIdLst>
  <p:sldSz cx="12192000" cy="6858000"/>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3CF083-04B1-463F-B124-940A2D33CB1C}"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8B6C77A4-201C-4859-87CC-05B6BA13BB7F}">
      <dgm:prSet/>
      <dgm:spPr/>
      <dgm:t>
        <a:bodyPr/>
        <a:lstStyle/>
        <a:p>
          <a:r>
            <a:rPr lang="en-IN" b="1"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dgm:t>
    </dgm:pt>
    <dgm:pt modelId="{D0C6382E-F624-4E26-AFCE-EE140D9653D8}" type="parTrans" cxnId="{CDF13335-B1C7-4CD4-932B-B7AF56C70ACE}">
      <dgm:prSet/>
      <dgm:spPr/>
      <dgm:t>
        <a:bodyPr/>
        <a:lstStyle/>
        <a:p>
          <a:endParaRPr lang="en-US"/>
        </a:p>
      </dgm:t>
    </dgm:pt>
    <dgm:pt modelId="{9C3C7F78-359C-46D8-8878-C1423D2EF65B}" type="sibTrans" cxnId="{CDF13335-B1C7-4CD4-932B-B7AF56C70ACE}">
      <dgm:prSet/>
      <dgm:spPr/>
      <dgm:t>
        <a:bodyPr/>
        <a:lstStyle/>
        <a:p>
          <a:endParaRPr lang="en-US"/>
        </a:p>
      </dgm:t>
    </dgm:pt>
    <dgm:pt modelId="{92A61426-E334-40BA-B1FA-53DE2C40B43A}">
      <dgm:prSet/>
      <dgm:spPr/>
      <dgm:t>
        <a:bodyPr/>
        <a:lstStyle/>
        <a:p>
          <a:r>
            <a:rPr lang="en-US" b="1" dirty="0">
              <a:latin typeface="Times New Roman" panose="02020603050405020304" pitchFamily="18" charset="0"/>
              <a:cs typeface="Times New Roman" panose="02020603050405020304" pitchFamily="18" charset="0"/>
            </a:rPr>
            <a:t>Dynamic Memory Allocation Process</a:t>
          </a:r>
        </a:p>
      </dgm:t>
    </dgm:pt>
    <dgm:pt modelId="{F4F0E248-CD4B-4816-AF8D-9638B31E9F80}" type="parTrans" cxnId="{35706157-48D9-4502-B1CA-76FAF0C2CE07}">
      <dgm:prSet/>
      <dgm:spPr/>
      <dgm:t>
        <a:bodyPr/>
        <a:lstStyle/>
        <a:p>
          <a:endParaRPr lang="en-US"/>
        </a:p>
      </dgm:t>
    </dgm:pt>
    <dgm:pt modelId="{30F4B520-1921-40C2-95DE-94E3944A7D57}" type="sibTrans" cxnId="{35706157-48D9-4502-B1CA-76FAF0C2CE07}">
      <dgm:prSet/>
      <dgm:spPr/>
      <dgm:t>
        <a:bodyPr/>
        <a:lstStyle/>
        <a:p>
          <a:endParaRPr lang="en-US"/>
        </a:p>
      </dgm:t>
    </dgm:pt>
    <dgm:pt modelId="{E7BD5814-B4F3-4F72-AB1C-FACECA01DE7B}">
      <dgm:prSet/>
      <dgm:spPr/>
      <dgm:t>
        <a:bodyPr/>
        <a:lstStyle/>
        <a:p>
          <a:r>
            <a:rPr lang="en-IN" b="1" dirty="0">
              <a:latin typeface="Times New Roman" panose="02020603050405020304" pitchFamily="18" charset="0"/>
              <a:cs typeface="Times New Roman" panose="02020603050405020304" pitchFamily="18" charset="0"/>
            </a:rPr>
            <a:t>Dynamic Memory Allocation Functions</a:t>
          </a:r>
          <a:endParaRPr lang="en-US" dirty="0">
            <a:latin typeface="Times New Roman" panose="02020603050405020304" pitchFamily="18" charset="0"/>
            <a:cs typeface="Times New Roman" panose="02020603050405020304" pitchFamily="18" charset="0"/>
          </a:endParaRPr>
        </a:p>
      </dgm:t>
    </dgm:pt>
    <dgm:pt modelId="{879323B4-9A84-46ED-85E1-7D645E16237D}" type="parTrans" cxnId="{26D0AA19-D82D-4E06-9B7F-5702A4CB7A0F}">
      <dgm:prSet/>
      <dgm:spPr/>
      <dgm:t>
        <a:bodyPr/>
        <a:lstStyle/>
        <a:p>
          <a:endParaRPr lang="en-IN"/>
        </a:p>
      </dgm:t>
    </dgm:pt>
    <dgm:pt modelId="{C9A937B9-3E37-4FF5-BEDC-2E90EF524B84}" type="sibTrans" cxnId="{26D0AA19-D82D-4E06-9B7F-5702A4CB7A0F}">
      <dgm:prSet/>
      <dgm:spPr/>
      <dgm:t>
        <a:bodyPr/>
        <a:lstStyle/>
        <a:p>
          <a:endParaRPr lang="en-IN"/>
        </a:p>
      </dgm:t>
    </dgm:pt>
    <dgm:pt modelId="{53C52279-6DF9-4B1D-9BD3-C3C8F5CEE513}">
      <dgm:prSet/>
      <dgm:spPr/>
      <dgm:t>
        <a:bodyPr/>
        <a:lstStyle/>
        <a:p>
          <a:r>
            <a:rPr lang="en-IN" b="1" dirty="0">
              <a:latin typeface="Times New Roman" panose="02020603050405020304" pitchFamily="18" charset="0"/>
              <a:cs typeface="Times New Roman" panose="02020603050405020304" pitchFamily="18" charset="0"/>
            </a:rPr>
            <a:t>Types of Memory Allocation</a:t>
          </a:r>
          <a:endParaRPr lang="en-US" dirty="0">
            <a:latin typeface="Times New Roman" panose="02020603050405020304" pitchFamily="18" charset="0"/>
            <a:cs typeface="Times New Roman" panose="02020603050405020304" pitchFamily="18" charset="0"/>
          </a:endParaRPr>
        </a:p>
      </dgm:t>
    </dgm:pt>
    <dgm:pt modelId="{92C27CA7-62B2-496F-B71C-EDEF9F594F32}" type="sibTrans" cxnId="{D4A12CA5-AD4E-4954-87AA-E1E5B7CF8D4E}">
      <dgm:prSet/>
      <dgm:spPr/>
      <dgm:t>
        <a:bodyPr/>
        <a:lstStyle/>
        <a:p>
          <a:endParaRPr lang="en-US"/>
        </a:p>
      </dgm:t>
    </dgm:pt>
    <dgm:pt modelId="{C9B032C4-7FD9-4C19-A0CE-F8E281F5386E}" type="parTrans" cxnId="{D4A12CA5-AD4E-4954-87AA-E1E5B7CF8D4E}">
      <dgm:prSet/>
      <dgm:spPr/>
      <dgm:t>
        <a:bodyPr/>
        <a:lstStyle/>
        <a:p>
          <a:endParaRPr lang="en-US"/>
        </a:p>
      </dgm:t>
    </dgm:pt>
    <dgm:pt modelId="{A3DFD065-5096-40B4-9079-8B67EE8DDAF9}" type="pres">
      <dgm:prSet presAssocID="{073CF083-04B1-463F-B124-940A2D33CB1C}" presName="linear" presStyleCnt="0">
        <dgm:presLayoutVars>
          <dgm:animLvl val="lvl"/>
          <dgm:resizeHandles val="exact"/>
        </dgm:presLayoutVars>
      </dgm:prSet>
      <dgm:spPr/>
    </dgm:pt>
    <dgm:pt modelId="{82020E72-A67A-42EA-A38B-9C08A25873E7}" type="pres">
      <dgm:prSet presAssocID="{8B6C77A4-201C-4859-87CC-05B6BA13BB7F}" presName="parentText" presStyleLbl="node1" presStyleIdx="0" presStyleCnt="4">
        <dgm:presLayoutVars>
          <dgm:chMax val="0"/>
          <dgm:bulletEnabled val="1"/>
        </dgm:presLayoutVars>
      </dgm:prSet>
      <dgm:spPr/>
    </dgm:pt>
    <dgm:pt modelId="{C8BDB206-489A-4BE6-A25B-CEEEAB3A0DD8}" type="pres">
      <dgm:prSet presAssocID="{9C3C7F78-359C-46D8-8878-C1423D2EF65B}" presName="spacer" presStyleCnt="0"/>
      <dgm:spPr/>
    </dgm:pt>
    <dgm:pt modelId="{4031C500-A501-475B-A734-184E21764291}" type="pres">
      <dgm:prSet presAssocID="{53C52279-6DF9-4B1D-9BD3-C3C8F5CEE513}" presName="parentText" presStyleLbl="node1" presStyleIdx="1" presStyleCnt="4" custLinFactNeighborY="14723">
        <dgm:presLayoutVars>
          <dgm:chMax val="0"/>
          <dgm:bulletEnabled val="1"/>
        </dgm:presLayoutVars>
      </dgm:prSet>
      <dgm:spPr/>
    </dgm:pt>
    <dgm:pt modelId="{9C04E78C-2FC6-4548-AA0B-E108604384DB}" type="pres">
      <dgm:prSet presAssocID="{92C27CA7-62B2-496F-B71C-EDEF9F594F32}" presName="spacer" presStyleCnt="0"/>
      <dgm:spPr/>
    </dgm:pt>
    <dgm:pt modelId="{0FC0C9A1-2EB8-44DF-A543-3B7822AC1493}" type="pres">
      <dgm:prSet presAssocID="{92A61426-E334-40BA-B1FA-53DE2C40B43A}" presName="parentText" presStyleLbl="node1" presStyleIdx="2" presStyleCnt="4" custLinFactNeighborY="-44899">
        <dgm:presLayoutVars>
          <dgm:chMax val="0"/>
          <dgm:bulletEnabled val="1"/>
        </dgm:presLayoutVars>
      </dgm:prSet>
      <dgm:spPr/>
    </dgm:pt>
    <dgm:pt modelId="{4847936E-2966-44BA-B1CF-A4D4320271DF}" type="pres">
      <dgm:prSet presAssocID="{30F4B520-1921-40C2-95DE-94E3944A7D57}" presName="spacer" presStyleCnt="0"/>
      <dgm:spPr/>
    </dgm:pt>
    <dgm:pt modelId="{B95823E9-9597-4923-A9ED-ECB00AB928EC}" type="pres">
      <dgm:prSet presAssocID="{E7BD5814-B4F3-4F72-AB1C-FACECA01DE7B}" presName="parentText" presStyleLbl="node1" presStyleIdx="3" presStyleCnt="4">
        <dgm:presLayoutVars>
          <dgm:chMax val="0"/>
          <dgm:bulletEnabled val="1"/>
        </dgm:presLayoutVars>
      </dgm:prSet>
      <dgm:spPr/>
    </dgm:pt>
  </dgm:ptLst>
  <dgm:cxnLst>
    <dgm:cxn modelId="{26D0AA19-D82D-4E06-9B7F-5702A4CB7A0F}" srcId="{073CF083-04B1-463F-B124-940A2D33CB1C}" destId="{E7BD5814-B4F3-4F72-AB1C-FACECA01DE7B}" srcOrd="3" destOrd="0" parTransId="{879323B4-9A84-46ED-85E1-7D645E16237D}" sibTransId="{C9A937B9-3E37-4FF5-BEDC-2E90EF524B84}"/>
    <dgm:cxn modelId="{CDF13335-B1C7-4CD4-932B-B7AF56C70ACE}" srcId="{073CF083-04B1-463F-B124-940A2D33CB1C}" destId="{8B6C77A4-201C-4859-87CC-05B6BA13BB7F}" srcOrd="0" destOrd="0" parTransId="{D0C6382E-F624-4E26-AFCE-EE140D9653D8}" sibTransId="{9C3C7F78-359C-46D8-8878-C1423D2EF65B}"/>
    <dgm:cxn modelId="{3E1FD83A-94D8-4DF1-9ADB-7AF6211B3997}" type="presOf" srcId="{92A61426-E334-40BA-B1FA-53DE2C40B43A}" destId="{0FC0C9A1-2EB8-44DF-A543-3B7822AC1493}" srcOrd="0" destOrd="0" presId="urn:microsoft.com/office/officeart/2005/8/layout/vList2"/>
    <dgm:cxn modelId="{80177D61-4ECC-4C74-9A5A-750B48DAFA6E}" type="presOf" srcId="{E7BD5814-B4F3-4F72-AB1C-FACECA01DE7B}" destId="{B95823E9-9597-4923-A9ED-ECB00AB928EC}" srcOrd="0" destOrd="0" presId="urn:microsoft.com/office/officeart/2005/8/layout/vList2"/>
    <dgm:cxn modelId="{2D895F75-F29B-46E0-94E0-67BC0EC1BB4B}" type="presOf" srcId="{53C52279-6DF9-4B1D-9BD3-C3C8F5CEE513}" destId="{4031C500-A501-475B-A734-184E21764291}" srcOrd="0" destOrd="0" presId="urn:microsoft.com/office/officeart/2005/8/layout/vList2"/>
    <dgm:cxn modelId="{35706157-48D9-4502-B1CA-76FAF0C2CE07}" srcId="{073CF083-04B1-463F-B124-940A2D33CB1C}" destId="{92A61426-E334-40BA-B1FA-53DE2C40B43A}" srcOrd="2" destOrd="0" parTransId="{F4F0E248-CD4B-4816-AF8D-9638B31E9F80}" sibTransId="{30F4B520-1921-40C2-95DE-94E3944A7D57}"/>
    <dgm:cxn modelId="{CBD8C05A-DB79-49F5-997F-EA42D124805A}" type="presOf" srcId="{073CF083-04B1-463F-B124-940A2D33CB1C}" destId="{A3DFD065-5096-40B4-9079-8B67EE8DDAF9}" srcOrd="0" destOrd="0" presId="urn:microsoft.com/office/officeart/2005/8/layout/vList2"/>
    <dgm:cxn modelId="{D4A12CA5-AD4E-4954-87AA-E1E5B7CF8D4E}" srcId="{073CF083-04B1-463F-B124-940A2D33CB1C}" destId="{53C52279-6DF9-4B1D-9BD3-C3C8F5CEE513}" srcOrd="1" destOrd="0" parTransId="{C9B032C4-7FD9-4C19-A0CE-F8E281F5386E}" sibTransId="{92C27CA7-62B2-496F-B71C-EDEF9F594F32}"/>
    <dgm:cxn modelId="{3BDAA9CE-1933-4577-A10E-F1E1E0BB611E}" type="presOf" srcId="{8B6C77A4-201C-4859-87CC-05B6BA13BB7F}" destId="{82020E72-A67A-42EA-A38B-9C08A25873E7}" srcOrd="0" destOrd="0" presId="urn:microsoft.com/office/officeart/2005/8/layout/vList2"/>
    <dgm:cxn modelId="{468A26B8-CFD1-4505-8AF6-59D04CCC3A51}" type="presParOf" srcId="{A3DFD065-5096-40B4-9079-8B67EE8DDAF9}" destId="{82020E72-A67A-42EA-A38B-9C08A25873E7}" srcOrd="0" destOrd="0" presId="urn:microsoft.com/office/officeart/2005/8/layout/vList2"/>
    <dgm:cxn modelId="{3375E28F-8ED3-4139-A48E-CB1C7E79648B}" type="presParOf" srcId="{A3DFD065-5096-40B4-9079-8B67EE8DDAF9}" destId="{C8BDB206-489A-4BE6-A25B-CEEEAB3A0DD8}" srcOrd="1" destOrd="0" presId="urn:microsoft.com/office/officeart/2005/8/layout/vList2"/>
    <dgm:cxn modelId="{CB1908BA-00A8-441C-AB4E-B42C279FD0F7}" type="presParOf" srcId="{A3DFD065-5096-40B4-9079-8B67EE8DDAF9}" destId="{4031C500-A501-475B-A734-184E21764291}" srcOrd="2" destOrd="0" presId="urn:microsoft.com/office/officeart/2005/8/layout/vList2"/>
    <dgm:cxn modelId="{A3582E55-CDEF-4050-BAE4-7E0C88292C71}" type="presParOf" srcId="{A3DFD065-5096-40B4-9079-8B67EE8DDAF9}" destId="{9C04E78C-2FC6-4548-AA0B-E108604384DB}" srcOrd="3" destOrd="0" presId="urn:microsoft.com/office/officeart/2005/8/layout/vList2"/>
    <dgm:cxn modelId="{46231061-A46C-4A26-B3C8-87DF23DF619E}" type="presParOf" srcId="{A3DFD065-5096-40B4-9079-8B67EE8DDAF9}" destId="{0FC0C9A1-2EB8-44DF-A543-3B7822AC1493}" srcOrd="4" destOrd="0" presId="urn:microsoft.com/office/officeart/2005/8/layout/vList2"/>
    <dgm:cxn modelId="{623D127E-260F-465D-98F8-EF04DFA4F779}" type="presParOf" srcId="{A3DFD065-5096-40B4-9079-8B67EE8DDAF9}" destId="{4847936E-2966-44BA-B1CF-A4D4320271DF}" srcOrd="5" destOrd="0" presId="urn:microsoft.com/office/officeart/2005/8/layout/vList2"/>
    <dgm:cxn modelId="{D9D614E6-9C69-45D0-8559-4E41D6CCEDCA}" type="presParOf" srcId="{A3DFD065-5096-40B4-9079-8B67EE8DDAF9}" destId="{B95823E9-9597-4923-A9ED-ECB00AB928E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020E72-A67A-42EA-A38B-9C08A25873E7}">
      <dsp:nvSpPr>
        <dsp:cNvPr id="0" name=""/>
        <dsp:cNvSpPr/>
      </dsp:nvSpPr>
      <dsp:spPr>
        <a:xfrm>
          <a:off x="0" y="29232"/>
          <a:ext cx="11125236" cy="98279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IN" sz="4200" b="1" kern="1200" dirty="0">
              <a:latin typeface="Times New Roman" panose="02020603050405020304" pitchFamily="18" charset="0"/>
              <a:cs typeface="Times New Roman" panose="02020603050405020304" pitchFamily="18" charset="0"/>
            </a:rPr>
            <a:t>Introduction</a:t>
          </a:r>
          <a:endParaRPr lang="en-US" sz="4200" kern="1200" dirty="0">
            <a:latin typeface="Times New Roman" panose="02020603050405020304" pitchFamily="18" charset="0"/>
            <a:cs typeface="Times New Roman" panose="02020603050405020304" pitchFamily="18" charset="0"/>
          </a:endParaRPr>
        </a:p>
      </dsp:txBody>
      <dsp:txXfrm>
        <a:off x="47976" y="77208"/>
        <a:ext cx="11029284" cy="886847"/>
      </dsp:txXfrm>
    </dsp:sp>
    <dsp:sp modelId="{4031C500-A501-475B-A734-184E21764291}">
      <dsp:nvSpPr>
        <dsp:cNvPr id="0" name=""/>
        <dsp:cNvSpPr/>
      </dsp:nvSpPr>
      <dsp:spPr>
        <a:xfrm>
          <a:off x="0" y="1150800"/>
          <a:ext cx="11125236" cy="98279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IN" sz="4200" b="1" kern="1200" dirty="0">
              <a:latin typeface="Times New Roman" panose="02020603050405020304" pitchFamily="18" charset="0"/>
              <a:cs typeface="Times New Roman" panose="02020603050405020304" pitchFamily="18" charset="0"/>
            </a:rPr>
            <a:t>Types of Memory Allocation</a:t>
          </a:r>
          <a:endParaRPr lang="en-US" sz="4200" kern="1200" dirty="0">
            <a:latin typeface="Times New Roman" panose="02020603050405020304" pitchFamily="18" charset="0"/>
            <a:cs typeface="Times New Roman" panose="02020603050405020304" pitchFamily="18" charset="0"/>
          </a:endParaRPr>
        </a:p>
      </dsp:txBody>
      <dsp:txXfrm>
        <a:off x="47976" y="1198776"/>
        <a:ext cx="11029284" cy="886847"/>
      </dsp:txXfrm>
    </dsp:sp>
    <dsp:sp modelId="{0FC0C9A1-2EB8-44DF-A543-3B7822AC1493}">
      <dsp:nvSpPr>
        <dsp:cNvPr id="0" name=""/>
        <dsp:cNvSpPr/>
      </dsp:nvSpPr>
      <dsp:spPr>
        <a:xfrm>
          <a:off x="0" y="2182442"/>
          <a:ext cx="11125236" cy="98279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b="1" kern="1200" dirty="0">
              <a:latin typeface="Times New Roman" panose="02020603050405020304" pitchFamily="18" charset="0"/>
              <a:cs typeface="Times New Roman" panose="02020603050405020304" pitchFamily="18" charset="0"/>
            </a:rPr>
            <a:t>Dynamic Memory Allocation Process</a:t>
          </a:r>
        </a:p>
      </dsp:txBody>
      <dsp:txXfrm>
        <a:off x="47976" y="2230418"/>
        <a:ext cx="11029284" cy="886847"/>
      </dsp:txXfrm>
    </dsp:sp>
    <dsp:sp modelId="{B95823E9-9597-4923-A9ED-ECB00AB928EC}">
      <dsp:nvSpPr>
        <dsp:cNvPr id="0" name=""/>
        <dsp:cNvSpPr/>
      </dsp:nvSpPr>
      <dsp:spPr>
        <a:xfrm>
          <a:off x="0" y="3340512"/>
          <a:ext cx="11125236" cy="98279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IN" sz="4200" b="1" kern="1200" dirty="0">
              <a:latin typeface="Times New Roman" panose="02020603050405020304" pitchFamily="18" charset="0"/>
              <a:cs typeface="Times New Roman" panose="02020603050405020304" pitchFamily="18" charset="0"/>
            </a:rPr>
            <a:t>Dynamic Memory Allocation Functions</a:t>
          </a:r>
          <a:endParaRPr lang="en-US" sz="4200" kern="1200" dirty="0">
            <a:latin typeface="Times New Roman" panose="02020603050405020304" pitchFamily="18" charset="0"/>
            <a:cs typeface="Times New Roman" panose="02020603050405020304" pitchFamily="18" charset="0"/>
          </a:endParaRPr>
        </a:p>
      </dsp:txBody>
      <dsp:txXfrm>
        <a:off x="47976" y="3388488"/>
        <a:ext cx="11029284" cy="88684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2.xml"/><Relationship Id="rId1" Type="http://schemas.openxmlformats.org/officeDocument/2006/relationships/tags" Target="../tags/tag7.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8.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9.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10.png"/><Relationship Id="rId18" Type="http://schemas.openxmlformats.org/officeDocument/2006/relationships/hyperlink" Target="http://www.facebook.com/capgemini" TargetMode="External"/><Relationship Id="rId3" Type="http://schemas.openxmlformats.org/officeDocument/2006/relationships/tags" Target="../tags/tag20.xml"/><Relationship Id="rId7" Type="http://schemas.openxmlformats.org/officeDocument/2006/relationships/image" Target="../media/image8.png"/><Relationship Id="rId12" Type="http://schemas.openxmlformats.org/officeDocument/2006/relationships/hyperlink" Target="http://www.twitter.com/capgemini" TargetMode="External"/><Relationship Id="rId17" Type="http://schemas.microsoft.com/office/2007/relationships/hdphoto" Target="../media/hdphoto4.wdp"/><Relationship Id="rId2" Type="http://schemas.openxmlformats.org/officeDocument/2006/relationships/tags" Target="../tags/tag19.xml"/><Relationship Id="rId16" Type="http://schemas.openxmlformats.org/officeDocument/2006/relationships/image" Target="../media/image11.png"/><Relationship Id="rId20" Type="http://schemas.microsoft.com/office/2007/relationships/hdphoto" Target="../media/hdphoto5.wdp"/><Relationship Id="rId1" Type="http://schemas.openxmlformats.org/officeDocument/2006/relationships/tags" Target="../tags/tag18.xml"/><Relationship Id="rId6" Type="http://schemas.openxmlformats.org/officeDocument/2006/relationships/hyperlink" Target="http://www.linkedin.com/company/capgemini" TargetMode="External"/><Relationship Id="rId11" Type="http://schemas.microsoft.com/office/2007/relationships/hdphoto" Target="../media/hdphoto2.wdp"/><Relationship Id="rId5" Type="http://schemas.openxmlformats.org/officeDocument/2006/relationships/slideMaster" Target="../slideMasters/slideMaster4.xml"/><Relationship Id="rId15" Type="http://schemas.openxmlformats.org/officeDocument/2006/relationships/hyperlink" Target="http://www.youtube.com/capgeminimedia" TargetMode="External"/><Relationship Id="rId10" Type="http://schemas.openxmlformats.org/officeDocument/2006/relationships/image" Target="../media/image9.png"/><Relationship Id="rId19" Type="http://schemas.openxmlformats.org/officeDocument/2006/relationships/image" Target="../media/image12.png"/><Relationship Id="rId4" Type="http://schemas.openxmlformats.org/officeDocument/2006/relationships/tags" Target="../tags/tag21.xml"/><Relationship Id="rId9" Type="http://schemas.openxmlformats.org/officeDocument/2006/relationships/hyperlink" Target="http://www.slideshare.net/capgemini" TargetMode="External"/><Relationship Id="rId14" Type="http://schemas.microsoft.com/office/2007/relationships/hdphoto" Target="../media/hdphoto3.wdp"/></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6">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8B5F77E1-A90A-4D54-B022-9C5E9B57DFA9}"/>
              </a:ext>
            </a:extLst>
          </p:cNvPr>
          <p:cNvGrpSpPr/>
          <p:nvPr/>
        </p:nvGrpSpPr>
        <p:grpSpPr>
          <a:xfrm>
            <a:off x="0" y="-55534"/>
            <a:ext cx="13296800" cy="5428750"/>
            <a:chOff x="0" y="-55534"/>
            <a:chExt cx="12216000" cy="5173384"/>
          </a:xfrm>
        </p:grpSpPr>
        <p:sp>
          <p:nvSpPr>
            <p:cNvPr id="13" name="Forme libre : forme 12">
              <a:extLst>
                <a:ext uri="{FF2B5EF4-FFF2-40B4-BE49-F238E27FC236}">
                  <a16:creationId xmlns:a16="http://schemas.microsoft.com/office/drawing/2014/main" id="{89968303-ACAB-46E2-9ADA-FFEAE7DD34FF}"/>
                </a:ext>
              </a:extLst>
            </p:cNvPr>
            <p:cNvSpPr/>
            <p:nvPr userDrawn="1"/>
          </p:nvSpPr>
          <p:spPr>
            <a:xfrm rot="10800000" flipH="1">
              <a:off x="0" y="-32385"/>
              <a:ext cx="5332543" cy="3858339"/>
            </a:xfrm>
            <a:custGeom>
              <a:avLst/>
              <a:gdLst>
                <a:gd name="connsiteX0" fmla="*/ 2180368 w 2314575"/>
                <a:gd name="connsiteY0" fmla="*/ 675704 h 1685925"/>
                <a:gd name="connsiteX1" fmla="*/ 7144 w 2314575"/>
                <a:gd name="connsiteY1" fmla="*/ 84011 h 1685925"/>
                <a:gd name="connsiteX2" fmla="*/ 7144 w 2314575"/>
                <a:gd name="connsiteY2" fmla="*/ 1622204 h 1685925"/>
                <a:gd name="connsiteX3" fmla="*/ 29813 w 2314575"/>
                <a:gd name="connsiteY3" fmla="*/ 1681544 h 1685925"/>
                <a:gd name="connsiteX4" fmla="*/ 2086261 w 2314575"/>
                <a:gd name="connsiteY4" fmla="*/ 1681544 h 1685925"/>
                <a:gd name="connsiteX5" fmla="*/ 2180368 w 2314575"/>
                <a:gd name="connsiteY5" fmla="*/ 675704 h 1685925"/>
                <a:gd name="connsiteX0" fmla="*/ 2173224 w 2307237"/>
                <a:gd name="connsiteY0" fmla="*/ 668561 h 1674401"/>
                <a:gd name="connsiteX1" fmla="*/ 0 w 2307237"/>
                <a:gd name="connsiteY1" fmla="*/ 76868 h 1674401"/>
                <a:gd name="connsiteX2" fmla="*/ 0 w 2307237"/>
                <a:gd name="connsiteY2" fmla="*/ 1615061 h 1674401"/>
                <a:gd name="connsiteX3" fmla="*/ 2637 w 2307237"/>
                <a:gd name="connsiteY3" fmla="*/ 1664385 h 1674401"/>
                <a:gd name="connsiteX4" fmla="*/ 2079117 w 2307237"/>
                <a:gd name="connsiteY4" fmla="*/ 1674401 h 1674401"/>
                <a:gd name="connsiteX5" fmla="*/ 2173224 w 2307237"/>
                <a:gd name="connsiteY5" fmla="*/ 668561 h 1674401"/>
                <a:gd name="connsiteX0" fmla="*/ 2173224 w 2307237"/>
                <a:gd name="connsiteY0" fmla="*/ 668561 h 1669393"/>
                <a:gd name="connsiteX1" fmla="*/ 0 w 2307237"/>
                <a:gd name="connsiteY1" fmla="*/ 76868 h 1669393"/>
                <a:gd name="connsiteX2" fmla="*/ 0 w 2307237"/>
                <a:gd name="connsiteY2" fmla="*/ 1615061 h 1669393"/>
                <a:gd name="connsiteX3" fmla="*/ 2637 w 2307237"/>
                <a:gd name="connsiteY3" fmla="*/ 1664385 h 1669393"/>
                <a:gd name="connsiteX4" fmla="*/ 2079117 w 2307237"/>
                <a:gd name="connsiteY4" fmla="*/ 1669393 h 1669393"/>
                <a:gd name="connsiteX5" fmla="*/ 2173224 w 2307237"/>
                <a:gd name="connsiteY5" fmla="*/ 668561 h 166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7237" h="1669393">
                  <a:moveTo>
                    <a:pt x="2173224" y="668561"/>
                  </a:moveTo>
                  <a:cubicBezTo>
                    <a:pt x="1677257" y="1447230"/>
                    <a:pt x="849249" y="-388999"/>
                    <a:pt x="0" y="76868"/>
                  </a:cubicBezTo>
                  <a:lnTo>
                    <a:pt x="0" y="1615061"/>
                  </a:lnTo>
                  <a:cubicBezTo>
                    <a:pt x="7906" y="1636016"/>
                    <a:pt x="-4506" y="1646002"/>
                    <a:pt x="2637" y="1664385"/>
                  </a:cubicBezTo>
                  <a:lnTo>
                    <a:pt x="2079117" y="1669393"/>
                  </a:lnTo>
                  <a:cubicBezTo>
                    <a:pt x="2267807" y="988356"/>
                    <a:pt x="2432685" y="261177"/>
                    <a:pt x="2173224" y="668561"/>
                  </a:cubicBezTo>
                  <a:close/>
                </a:path>
              </a:pathLst>
            </a:custGeom>
            <a:solidFill>
              <a:schemeClr val="accent3"/>
            </a:solidFill>
            <a:ln w="9525" cap="flat">
              <a:noFill/>
              <a:prstDash val="solid"/>
              <a:miter/>
            </a:ln>
          </p:spPr>
          <p:txBody>
            <a:bodyPr rtlCol="0" anchor="ctr"/>
            <a:lstStyle/>
            <a:p>
              <a:endParaRPr lang="en-US" dirty="0"/>
            </a:p>
          </p:txBody>
        </p:sp>
        <p:sp>
          <p:nvSpPr>
            <p:cNvPr id="14" name="Forme libre : forme 13">
              <a:extLst>
                <a:ext uri="{FF2B5EF4-FFF2-40B4-BE49-F238E27FC236}">
                  <a16:creationId xmlns:a16="http://schemas.microsoft.com/office/drawing/2014/main" id="{E554DC0D-4FB0-4F98-9429-3F0318722CC7}"/>
                </a:ext>
              </a:extLst>
            </p:cNvPr>
            <p:cNvSpPr/>
            <p:nvPr/>
          </p:nvSpPr>
          <p:spPr>
            <a:xfrm rot="10800000" flipH="1">
              <a:off x="2749803" y="-55534"/>
              <a:ext cx="9466197" cy="5173384"/>
            </a:xfrm>
            <a:custGeom>
              <a:avLst/>
              <a:gdLst>
                <a:gd name="connsiteX0" fmla="*/ 4091559 w 4095750"/>
                <a:gd name="connsiteY0" fmla="*/ 2231968 h 2238375"/>
                <a:gd name="connsiteX1" fmla="*/ 1634966 w 4095750"/>
                <a:gd name="connsiteY1" fmla="*/ 17120 h 2238375"/>
                <a:gd name="connsiteX2" fmla="*/ 7144 w 4095750"/>
                <a:gd name="connsiteY2" fmla="*/ 2231968 h 2238375"/>
                <a:gd name="connsiteX3" fmla="*/ 4091559 w 4095750"/>
                <a:gd name="connsiteY3" fmla="*/ 2231968 h 2238375"/>
              </a:gdLst>
              <a:ahLst/>
              <a:cxnLst>
                <a:cxn ang="0">
                  <a:pos x="connsiteX0" y="connsiteY0"/>
                </a:cxn>
                <a:cxn ang="0">
                  <a:pos x="connsiteX1" y="connsiteY1"/>
                </a:cxn>
                <a:cxn ang="0">
                  <a:pos x="connsiteX2" y="connsiteY2"/>
                </a:cxn>
                <a:cxn ang="0">
                  <a:pos x="connsiteX3" y="connsiteY3"/>
                </a:cxn>
              </a:cxnLst>
              <a:rect l="l" t="t" r="r" b="b"/>
              <a:pathLst>
                <a:path w="4095750" h="2238375">
                  <a:moveTo>
                    <a:pt x="4091559" y="2231968"/>
                  </a:moveTo>
                  <a:cubicBezTo>
                    <a:pt x="3792189" y="638721"/>
                    <a:pt x="3102578" y="-88131"/>
                    <a:pt x="1634966" y="17120"/>
                  </a:cubicBezTo>
                  <a:cubicBezTo>
                    <a:pt x="986980" y="1336237"/>
                    <a:pt x="438150" y="1962030"/>
                    <a:pt x="7144" y="2231968"/>
                  </a:cubicBezTo>
                  <a:lnTo>
                    <a:pt x="4091559" y="2231968"/>
                  </a:lnTo>
                  <a:close/>
                </a:path>
              </a:pathLst>
            </a:custGeom>
            <a:solidFill>
              <a:schemeClr val="accent2"/>
            </a:solidFill>
            <a:ln w="9525" cap="flat">
              <a:noFill/>
              <a:prstDash val="solid"/>
              <a:miter/>
            </a:ln>
          </p:spPr>
          <p:txBody>
            <a:bodyPr rtlCol="0" anchor="ctr"/>
            <a:lstStyle/>
            <a:p>
              <a:endParaRPr lang="en-US" dirty="0"/>
            </a:p>
          </p:txBody>
        </p:sp>
      </p:grpSp>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6247668" y="591671"/>
            <a:ext cx="5392948" cy="2117329"/>
          </a:xfrm>
          <a:prstGeom prst="rect">
            <a:avLst/>
          </a:prstGeom>
        </p:spPr>
        <p:txBody>
          <a:bodyPr anchor="ctr">
            <a:normAutofit/>
          </a:bodyPr>
          <a:lstStyle>
            <a:lvl1pPr marL="0" indent="0">
              <a:buNone/>
              <a:defRPr sz="3600" b="1">
                <a:solidFill>
                  <a:schemeClr val="bg1"/>
                </a:solidFill>
              </a:defRPr>
            </a:lvl1pPr>
            <a:lvl2pPr marL="457200" indent="0">
              <a:buNone/>
              <a:defRPr sz="6000">
                <a:solidFill>
                  <a:schemeClr val="bg1"/>
                </a:solidFill>
              </a:defRPr>
            </a:lvl2pPr>
          </a:lstStyle>
          <a:p>
            <a:pPr lvl="0"/>
            <a:r>
              <a:rPr lang="en-US" dirty="0"/>
              <a:t>Click to insert section title</a:t>
            </a:r>
            <a:endParaRPr lang="pt-PT" dirty="0"/>
          </a:p>
        </p:txBody>
      </p:sp>
      <p:sp>
        <p:nvSpPr>
          <p:cNvPr id="16" name="Subtitle 2"/>
          <p:cNvSpPr>
            <a:spLocks noGrp="1"/>
          </p:cNvSpPr>
          <p:nvPr>
            <p:ph type="subTitle" idx="1" hasCustomPrompt="1"/>
          </p:nvPr>
        </p:nvSpPr>
        <p:spPr>
          <a:xfrm>
            <a:off x="6343418" y="2709000"/>
            <a:ext cx="4194069" cy="6829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400" dirty="0">
                <a:solidFill>
                  <a:schemeClr val="bg1"/>
                </a:solidFill>
              </a:defRPr>
            </a:lvl1pPr>
          </a:lstStyle>
          <a:p>
            <a:pPr marL="0" lvl="0"/>
            <a:r>
              <a:rPr lang="en-US" dirty="0"/>
              <a:t>Click to insert presenter, location, </a:t>
            </a:r>
            <a:br>
              <a:rPr lang="en-US" dirty="0"/>
            </a:br>
            <a:r>
              <a:rPr lang="en-US" dirty="0"/>
              <a:t>and date</a:t>
            </a:r>
          </a:p>
        </p:txBody>
      </p:sp>
      <p:pic>
        <p:nvPicPr>
          <p:cNvPr id="22" name="Image 21">
            <a:extLst>
              <a:ext uri="{FF2B5EF4-FFF2-40B4-BE49-F238E27FC236}">
                <a16:creationId xmlns:a16="http://schemas.microsoft.com/office/drawing/2014/main" id="{FB462EBA-7EE8-40CC-BC93-E402200D83C2}"/>
              </a:ext>
            </a:extLst>
          </p:cNvPr>
          <p:cNvPicPr>
            <a:picLocks noChangeAspect="1"/>
          </p:cNvPicPr>
          <p:nvPr/>
        </p:nvPicPr>
        <p:blipFill rotWithShape="1">
          <a:blip r:embed="rId5">
            <a:extLst>
              <a:ext uri="{28A0092B-C50C-407E-A947-70E740481C1C}">
                <a14:useLocalDpi xmlns:a14="http://schemas.microsoft.com/office/drawing/2010/main" val="0"/>
              </a:ext>
            </a:extLst>
          </a:blip>
          <a:srcRect l="6845" t="25237" r="7003" b="27219"/>
          <a:stretch/>
        </p:blipFill>
        <p:spPr>
          <a:xfrm>
            <a:off x="552064" y="5157192"/>
            <a:ext cx="6120000" cy="831860"/>
          </a:xfrm>
          <a:prstGeom prst="rect">
            <a:avLst/>
          </a:prstGeom>
        </p:spPr>
      </p:pic>
    </p:spTree>
    <p:extLst>
      <p:ext uri="{BB962C8B-B14F-4D97-AF65-F5344CB8AC3E}">
        <p14:creationId xmlns:p14="http://schemas.microsoft.com/office/powerpoint/2010/main" val="4216811068"/>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3">
    <p:bg>
      <p:bgPr>
        <a:solidFill>
          <a:srgbClr val="E6E7E7"/>
        </a:solidFill>
        <a:effectLst/>
      </p:bgPr>
    </p:bg>
    <p:spTree>
      <p:nvGrpSpPr>
        <p:cNvPr id="1" name=""/>
        <p:cNvGrpSpPr/>
        <p:nvPr/>
      </p:nvGrpSpPr>
      <p:grpSpPr>
        <a:xfrm>
          <a:off x="0" y="0"/>
          <a:ext cx="0" cy="0"/>
          <a:chOff x="0" y="0"/>
          <a:chExt cx="0" cy="0"/>
        </a:xfrm>
      </p:grpSpPr>
      <p:graphicFrame>
        <p:nvGraphicFramePr>
          <p:cNvPr id="16" name="Object 15"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6" name="Object 1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6" name="Freeform 6"/>
          <p:cNvSpPr>
            <a:spLocks/>
          </p:cNvSpPr>
          <p:nvPr/>
        </p:nvSpPr>
        <p:spPr bwMode="auto">
          <a:xfrm>
            <a:off x="3771900" y="1847851"/>
            <a:ext cx="8420100" cy="5010150"/>
          </a:xfrm>
          <a:custGeom>
            <a:avLst/>
            <a:gdLst/>
            <a:ahLst/>
            <a:cxnLst>
              <a:cxn ang="0">
                <a:pos x="5302" y="3130"/>
              </a:cxn>
              <a:cxn ang="0">
                <a:pos x="5302" y="994"/>
              </a:cxn>
              <a:cxn ang="0">
                <a:pos x="5302" y="982"/>
              </a:cxn>
              <a:cxn ang="0">
                <a:pos x="5302" y="966"/>
              </a:cxn>
              <a:cxn ang="0">
                <a:pos x="5298" y="962"/>
              </a:cxn>
              <a:cxn ang="0">
                <a:pos x="5284" y="968"/>
              </a:cxn>
              <a:cxn ang="0">
                <a:pos x="5234" y="992"/>
              </a:cxn>
              <a:cxn ang="0">
                <a:pos x="5132" y="1030"/>
              </a:cxn>
              <a:cxn ang="0">
                <a:pos x="5080" y="1044"/>
              </a:cxn>
              <a:cxn ang="0">
                <a:pos x="4944" y="1076"/>
              </a:cxn>
              <a:cxn ang="0">
                <a:pos x="4806" y="1094"/>
              </a:cxn>
              <a:cxn ang="0">
                <a:pos x="4668" y="1104"/>
              </a:cxn>
              <a:cxn ang="0">
                <a:pos x="4528" y="1102"/>
              </a:cxn>
              <a:cxn ang="0">
                <a:pos x="4436" y="1098"/>
              </a:cxn>
              <a:cxn ang="0">
                <a:pos x="4254" y="1080"/>
              </a:cxn>
              <a:cxn ang="0">
                <a:pos x="4074" y="1054"/>
              </a:cxn>
              <a:cxn ang="0">
                <a:pos x="3894" y="1018"/>
              </a:cxn>
              <a:cxn ang="0">
                <a:pos x="3806" y="996"/>
              </a:cxn>
              <a:cxn ang="0">
                <a:pos x="3518" y="918"/>
              </a:cxn>
              <a:cxn ang="0">
                <a:pos x="3236" y="828"/>
              </a:cxn>
              <a:cxn ang="0">
                <a:pos x="2956" y="724"/>
              </a:cxn>
              <a:cxn ang="0">
                <a:pos x="2680" y="612"/>
              </a:cxn>
              <a:cxn ang="0">
                <a:pos x="2522" y="544"/>
              </a:cxn>
              <a:cxn ang="0">
                <a:pos x="2210" y="402"/>
              </a:cxn>
              <a:cxn ang="0">
                <a:pos x="1902" y="250"/>
              </a:cxn>
              <a:cxn ang="0">
                <a:pos x="1596" y="92"/>
              </a:cxn>
              <a:cxn ang="0">
                <a:pos x="1446" y="10"/>
              </a:cxn>
              <a:cxn ang="0">
                <a:pos x="1434" y="4"/>
              </a:cxn>
              <a:cxn ang="0">
                <a:pos x="1432" y="0"/>
              </a:cxn>
              <a:cxn ang="0">
                <a:pos x="1424" y="0"/>
              </a:cxn>
              <a:cxn ang="0">
                <a:pos x="1286" y="88"/>
              </a:cxn>
              <a:cxn ang="0">
                <a:pos x="1132" y="194"/>
              </a:cxn>
              <a:cxn ang="0">
                <a:pos x="982" y="304"/>
              </a:cxn>
              <a:cxn ang="0">
                <a:pos x="838" y="422"/>
              </a:cxn>
              <a:cxn ang="0">
                <a:pos x="702" y="548"/>
              </a:cxn>
              <a:cxn ang="0">
                <a:pos x="660" y="592"/>
              </a:cxn>
              <a:cxn ang="0">
                <a:pos x="578" y="678"/>
              </a:cxn>
              <a:cxn ang="0">
                <a:pos x="500" y="768"/>
              </a:cxn>
              <a:cxn ang="0">
                <a:pos x="428" y="862"/>
              </a:cxn>
              <a:cxn ang="0">
                <a:pos x="360" y="958"/>
              </a:cxn>
              <a:cxn ang="0">
                <a:pos x="296" y="1058"/>
              </a:cxn>
              <a:cxn ang="0">
                <a:pos x="240" y="1162"/>
              </a:cxn>
              <a:cxn ang="0">
                <a:pos x="188" y="1270"/>
              </a:cxn>
              <a:cxn ang="0">
                <a:pos x="164" y="1326"/>
              </a:cxn>
              <a:cxn ang="0">
                <a:pos x="114" y="1460"/>
              </a:cxn>
              <a:cxn ang="0">
                <a:pos x="72" y="1596"/>
              </a:cxn>
              <a:cxn ang="0">
                <a:pos x="42" y="1736"/>
              </a:cxn>
              <a:cxn ang="0">
                <a:pos x="18" y="1876"/>
              </a:cxn>
              <a:cxn ang="0">
                <a:pos x="10" y="1958"/>
              </a:cxn>
              <a:cxn ang="0">
                <a:pos x="4" y="2038"/>
              </a:cxn>
              <a:cxn ang="0">
                <a:pos x="2" y="2052"/>
              </a:cxn>
              <a:cxn ang="0">
                <a:pos x="0" y="2054"/>
              </a:cxn>
              <a:cxn ang="0">
                <a:pos x="0" y="2312"/>
              </a:cxn>
              <a:cxn ang="0">
                <a:pos x="6" y="2330"/>
              </a:cxn>
              <a:cxn ang="0">
                <a:pos x="6" y="2350"/>
              </a:cxn>
              <a:cxn ang="0">
                <a:pos x="26" y="2552"/>
              </a:cxn>
              <a:cxn ang="0">
                <a:pos x="56" y="2752"/>
              </a:cxn>
              <a:cxn ang="0">
                <a:pos x="100" y="2950"/>
              </a:cxn>
              <a:cxn ang="0">
                <a:pos x="150" y="3148"/>
              </a:cxn>
              <a:cxn ang="0">
                <a:pos x="154" y="3156"/>
              </a:cxn>
              <a:cxn ang="0">
                <a:pos x="5304" y="3156"/>
              </a:cxn>
              <a:cxn ang="0">
                <a:pos x="5302" y="3130"/>
              </a:cxn>
            </a:cxnLst>
            <a:rect l="0" t="0" r="r" b="b"/>
            <a:pathLst>
              <a:path w="5304" h="3156">
                <a:moveTo>
                  <a:pt x="5302" y="3130"/>
                </a:moveTo>
                <a:lnTo>
                  <a:pt x="5302" y="3130"/>
                </a:lnTo>
                <a:lnTo>
                  <a:pt x="5302" y="994"/>
                </a:lnTo>
                <a:lnTo>
                  <a:pt x="5302" y="994"/>
                </a:lnTo>
                <a:lnTo>
                  <a:pt x="5302" y="982"/>
                </a:lnTo>
                <a:lnTo>
                  <a:pt x="5302" y="982"/>
                </a:lnTo>
                <a:lnTo>
                  <a:pt x="5302" y="968"/>
                </a:lnTo>
                <a:lnTo>
                  <a:pt x="5302" y="966"/>
                </a:lnTo>
                <a:lnTo>
                  <a:pt x="5300" y="964"/>
                </a:lnTo>
                <a:lnTo>
                  <a:pt x="5298" y="962"/>
                </a:lnTo>
                <a:lnTo>
                  <a:pt x="5294" y="964"/>
                </a:lnTo>
                <a:lnTo>
                  <a:pt x="5284" y="968"/>
                </a:lnTo>
                <a:lnTo>
                  <a:pt x="5284" y="968"/>
                </a:lnTo>
                <a:lnTo>
                  <a:pt x="5234" y="992"/>
                </a:lnTo>
                <a:lnTo>
                  <a:pt x="5184" y="1012"/>
                </a:lnTo>
                <a:lnTo>
                  <a:pt x="5132" y="1030"/>
                </a:lnTo>
                <a:lnTo>
                  <a:pt x="5080" y="1044"/>
                </a:lnTo>
                <a:lnTo>
                  <a:pt x="5080" y="1044"/>
                </a:lnTo>
                <a:lnTo>
                  <a:pt x="5012" y="1062"/>
                </a:lnTo>
                <a:lnTo>
                  <a:pt x="4944" y="1076"/>
                </a:lnTo>
                <a:lnTo>
                  <a:pt x="4876" y="1086"/>
                </a:lnTo>
                <a:lnTo>
                  <a:pt x="4806" y="1094"/>
                </a:lnTo>
                <a:lnTo>
                  <a:pt x="4736" y="1100"/>
                </a:lnTo>
                <a:lnTo>
                  <a:pt x="4668" y="1104"/>
                </a:lnTo>
                <a:lnTo>
                  <a:pt x="4598" y="1104"/>
                </a:lnTo>
                <a:lnTo>
                  <a:pt x="4528" y="1102"/>
                </a:lnTo>
                <a:lnTo>
                  <a:pt x="4528" y="1102"/>
                </a:lnTo>
                <a:lnTo>
                  <a:pt x="4436" y="1098"/>
                </a:lnTo>
                <a:lnTo>
                  <a:pt x="4344" y="1090"/>
                </a:lnTo>
                <a:lnTo>
                  <a:pt x="4254" y="1080"/>
                </a:lnTo>
                <a:lnTo>
                  <a:pt x="4164" y="1068"/>
                </a:lnTo>
                <a:lnTo>
                  <a:pt x="4074" y="1054"/>
                </a:lnTo>
                <a:lnTo>
                  <a:pt x="3984" y="1036"/>
                </a:lnTo>
                <a:lnTo>
                  <a:pt x="3894" y="1018"/>
                </a:lnTo>
                <a:lnTo>
                  <a:pt x="3806" y="996"/>
                </a:lnTo>
                <a:lnTo>
                  <a:pt x="3806" y="996"/>
                </a:lnTo>
                <a:lnTo>
                  <a:pt x="3660" y="960"/>
                </a:lnTo>
                <a:lnTo>
                  <a:pt x="3518" y="918"/>
                </a:lnTo>
                <a:lnTo>
                  <a:pt x="3376" y="874"/>
                </a:lnTo>
                <a:lnTo>
                  <a:pt x="3236" y="828"/>
                </a:lnTo>
                <a:lnTo>
                  <a:pt x="3096" y="778"/>
                </a:lnTo>
                <a:lnTo>
                  <a:pt x="2956" y="724"/>
                </a:lnTo>
                <a:lnTo>
                  <a:pt x="2818" y="670"/>
                </a:lnTo>
                <a:lnTo>
                  <a:pt x="2680" y="612"/>
                </a:lnTo>
                <a:lnTo>
                  <a:pt x="2680" y="612"/>
                </a:lnTo>
                <a:lnTo>
                  <a:pt x="2522" y="544"/>
                </a:lnTo>
                <a:lnTo>
                  <a:pt x="2366" y="474"/>
                </a:lnTo>
                <a:lnTo>
                  <a:pt x="2210" y="402"/>
                </a:lnTo>
                <a:lnTo>
                  <a:pt x="2056" y="326"/>
                </a:lnTo>
                <a:lnTo>
                  <a:pt x="1902" y="250"/>
                </a:lnTo>
                <a:lnTo>
                  <a:pt x="1748" y="172"/>
                </a:lnTo>
                <a:lnTo>
                  <a:pt x="1596" y="92"/>
                </a:lnTo>
                <a:lnTo>
                  <a:pt x="1446" y="10"/>
                </a:lnTo>
                <a:lnTo>
                  <a:pt x="1446" y="10"/>
                </a:lnTo>
                <a:lnTo>
                  <a:pt x="1438" y="6"/>
                </a:lnTo>
                <a:lnTo>
                  <a:pt x="1434" y="4"/>
                </a:lnTo>
                <a:lnTo>
                  <a:pt x="1432" y="0"/>
                </a:lnTo>
                <a:lnTo>
                  <a:pt x="1432" y="0"/>
                </a:lnTo>
                <a:lnTo>
                  <a:pt x="1424" y="0"/>
                </a:lnTo>
                <a:lnTo>
                  <a:pt x="1424" y="0"/>
                </a:lnTo>
                <a:lnTo>
                  <a:pt x="1286" y="88"/>
                </a:lnTo>
                <a:lnTo>
                  <a:pt x="1286" y="88"/>
                </a:lnTo>
                <a:lnTo>
                  <a:pt x="1208" y="140"/>
                </a:lnTo>
                <a:lnTo>
                  <a:pt x="1132" y="194"/>
                </a:lnTo>
                <a:lnTo>
                  <a:pt x="1056" y="248"/>
                </a:lnTo>
                <a:lnTo>
                  <a:pt x="982" y="304"/>
                </a:lnTo>
                <a:lnTo>
                  <a:pt x="910" y="362"/>
                </a:lnTo>
                <a:lnTo>
                  <a:pt x="838" y="422"/>
                </a:lnTo>
                <a:lnTo>
                  <a:pt x="770" y="484"/>
                </a:lnTo>
                <a:lnTo>
                  <a:pt x="702" y="548"/>
                </a:lnTo>
                <a:lnTo>
                  <a:pt x="702" y="548"/>
                </a:lnTo>
                <a:lnTo>
                  <a:pt x="660" y="592"/>
                </a:lnTo>
                <a:lnTo>
                  <a:pt x="618" y="634"/>
                </a:lnTo>
                <a:lnTo>
                  <a:pt x="578" y="678"/>
                </a:lnTo>
                <a:lnTo>
                  <a:pt x="538" y="724"/>
                </a:lnTo>
                <a:lnTo>
                  <a:pt x="500" y="768"/>
                </a:lnTo>
                <a:lnTo>
                  <a:pt x="464" y="814"/>
                </a:lnTo>
                <a:lnTo>
                  <a:pt x="428" y="862"/>
                </a:lnTo>
                <a:lnTo>
                  <a:pt x="392" y="910"/>
                </a:lnTo>
                <a:lnTo>
                  <a:pt x="360" y="958"/>
                </a:lnTo>
                <a:lnTo>
                  <a:pt x="328" y="1008"/>
                </a:lnTo>
                <a:lnTo>
                  <a:pt x="296" y="1058"/>
                </a:lnTo>
                <a:lnTo>
                  <a:pt x="268" y="1110"/>
                </a:lnTo>
                <a:lnTo>
                  <a:pt x="240" y="1162"/>
                </a:lnTo>
                <a:lnTo>
                  <a:pt x="212" y="1216"/>
                </a:lnTo>
                <a:lnTo>
                  <a:pt x="188" y="1270"/>
                </a:lnTo>
                <a:lnTo>
                  <a:pt x="164" y="1326"/>
                </a:lnTo>
                <a:lnTo>
                  <a:pt x="164" y="1326"/>
                </a:lnTo>
                <a:lnTo>
                  <a:pt x="136" y="1392"/>
                </a:lnTo>
                <a:lnTo>
                  <a:pt x="114" y="1460"/>
                </a:lnTo>
                <a:lnTo>
                  <a:pt x="92" y="1528"/>
                </a:lnTo>
                <a:lnTo>
                  <a:pt x="72" y="1596"/>
                </a:lnTo>
                <a:lnTo>
                  <a:pt x="56" y="1666"/>
                </a:lnTo>
                <a:lnTo>
                  <a:pt x="42" y="1736"/>
                </a:lnTo>
                <a:lnTo>
                  <a:pt x="28" y="1806"/>
                </a:lnTo>
                <a:lnTo>
                  <a:pt x="18" y="1876"/>
                </a:lnTo>
                <a:lnTo>
                  <a:pt x="18" y="1876"/>
                </a:lnTo>
                <a:lnTo>
                  <a:pt x="10" y="1958"/>
                </a:lnTo>
                <a:lnTo>
                  <a:pt x="4" y="2038"/>
                </a:lnTo>
                <a:lnTo>
                  <a:pt x="4" y="2038"/>
                </a:lnTo>
                <a:lnTo>
                  <a:pt x="4" y="2048"/>
                </a:lnTo>
                <a:lnTo>
                  <a:pt x="2" y="2052"/>
                </a:lnTo>
                <a:lnTo>
                  <a:pt x="0" y="2054"/>
                </a:lnTo>
                <a:lnTo>
                  <a:pt x="0" y="2054"/>
                </a:lnTo>
                <a:lnTo>
                  <a:pt x="0" y="2312"/>
                </a:lnTo>
                <a:lnTo>
                  <a:pt x="0" y="2312"/>
                </a:lnTo>
                <a:lnTo>
                  <a:pt x="4" y="2320"/>
                </a:lnTo>
                <a:lnTo>
                  <a:pt x="6" y="2330"/>
                </a:lnTo>
                <a:lnTo>
                  <a:pt x="6" y="2350"/>
                </a:lnTo>
                <a:lnTo>
                  <a:pt x="6" y="2350"/>
                </a:lnTo>
                <a:lnTo>
                  <a:pt x="14" y="2452"/>
                </a:lnTo>
                <a:lnTo>
                  <a:pt x="26" y="2552"/>
                </a:lnTo>
                <a:lnTo>
                  <a:pt x="40" y="2652"/>
                </a:lnTo>
                <a:lnTo>
                  <a:pt x="56" y="2752"/>
                </a:lnTo>
                <a:lnTo>
                  <a:pt x="76" y="2852"/>
                </a:lnTo>
                <a:lnTo>
                  <a:pt x="100" y="2950"/>
                </a:lnTo>
                <a:lnTo>
                  <a:pt x="124" y="3050"/>
                </a:lnTo>
                <a:lnTo>
                  <a:pt x="150" y="3148"/>
                </a:lnTo>
                <a:lnTo>
                  <a:pt x="150" y="3148"/>
                </a:lnTo>
                <a:lnTo>
                  <a:pt x="154" y="3156"/>
                </a:lnTo>
                <a:lnTo>
                  <a:pt x="154" y="3156"/>
                </a:lnTo>
                <a:lnTo>
                  <a:pt x="5304" y="3156"/>
                </a:lnTo>
                <a:lnTo>
                  <a:pt x="5304" y="3156"/>
                </a:lnTo>
                <a:lnTo>
                  <a:pt x="5302" y="3130"/>
                </a:lnTo>
                <a:lnTo>
                  <a:pt x="5302" y="313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7" name="Title 1"/>
          <p:cNvSpPr>
            <a:spLocks noGrp="1"/>
          </p:cNvSpPr>
          <p:nvPr>
            <p:ph type="ctrTitle" hasCustomPrompt="1"/>
          </p:nvPr>
        </p:nvSpPr>
        <p:spPr>
          <a:xfrm>
            <a:off x="5016499" y="3644152"/>
            <a:ext cx="6899275"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gn="l">
              <a:lnSpc>
                <a:spcPts val="3000"/>
              </a:lnSpc>
              <a:defRPr lang="en-US" sz="2600" b="0" dirty="0">
                <a:solidFill>
                  <a:schemeClr val="bg1"/>
                </a:solidFill>
              </a:defRPr>
            </a:lvl1pPr>
          </a:lstStyle>
          <a:p>
            <a:pPr marL="0" lvl="0"/>
            <a:r>
              <a:rPr lang="en-US" dirty="0"/>
              <a:t>Click to insert title</a:t>
            </a:r>
          </a:p>
        </p:txBody>
      </p:sp>
      <p:sp>
        <p:nvSpPr>
          <p:cNvPr id="8" name="Subtitle 2"/>
          <p:cNvSpPr>
            <a:spLocks noGrp="1"/>
          </p:cNvSpPr>
          <p:nvPr>
            <p:ph type="subTitle" idx="1" hasCustomPrompt="1"/>
          </p:nvPr>
        </p:nvSpPr>
        <p:spPr>
          <a:xfrm>
            <a:off x="5016499" y="5236923"/>
            <a:ext cx="6899275"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dirty="0"/>
              <a:t>Click to insert presenter, location, and date</a:t>
            </a:r>
          </a:p>
        </p:txBody>
      </p:sp>
      <p:pic>
        <p:nvPicPr>
          <p:cNvPr id="13" name="Image 12">
            <a:extLst>
              <a:ext uri="{FF2B5EF4-FFF2-40B4-BE49-F238E27FC236}">
                <a16:creationId xmlns:a16="http://schemas.microsoft.com/office/drawing/2014/main" id="{8A7F2DC0-BF36-48D5-AAB0-DE89725323C0}"/>
              </a:ext>
            </a:extLst>
          </p:cNvPr>
          <p:cNvPicPr>
            <a:picLocks noChangeAspect="1"/>
          </p:cNvPicPr>
          <p:nvPr/>
        </p:nvPicPr>
        <p:blipFill rotWithShape="1">
          <a:blip r:embed="rId5">
            <a:extLst>
              <a:ext uri="{28A0092B-C50C-407E-A947-70E740481C1C}">
                <a14:useLocalDpi xmlns:a14="http://schemas.microsoft.com/office/drawing/2010/main" val="0"/>
              </a:ext>
            </a:extLst>
          </a:blip>
          <a:srcRect l="6845" t="25237" r="7003" b="27219"/>
          <a:stretch/>
        </p:blipFill>
        <p:spPr>
          <a:xfrm>
            <a:off x="551384" y="724932"/>
            <a:ext cx="6120000" cy="831860"/>
          </a:xfrm>
          <a:prstGeom prst="rect">
            <a:avLst/>
          </a:prstGeom>
        </p:spPr>
      </p:pic>
    </p:spTree>
    <p:extLst>
      <p:ext uri="{BB962C8B-B14F-4D97-AF65-F5344CB8AC3E}">
        <p14:creationId xmlns:p14="http://schemas.microsoft.com/office/powerpoint/2010/main" val="1526326783"/>
      </p:ext>
    </p:extLst>
  </p:cSld>
  <p:clrMapOvr>
    <a:masterClrMapping/>
  </p:clrMapOvr>
  <p:extLst>
    <p:ext uri="{DCECCB84-F9BA-43D5-87BE-67443E8EF086}">
      <p15:sldGuideLst xmlns:p15="http://schemas.microsoft.com/office/powerpoint/2012/main">
        <p15:guide id="1" orient="horz" pos="935">
          <p15:clr>
            <a:srgbClr val="FBAE40"/>
          </p15:clr>
        </p15:guide>
        <p15:guide id="2" pos="257">
          <p15:clr>
            <a:srgbClr val="FBAE40"/>
          </p15:clr>
        </p15:guide>
        <p15:guide id="3" pos="3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5">
    <p:bg>
      <p:bgPr>
        <a:solidFill>
          <a:srgbClr val="E6E7E7"/>
        </a:solidFill>
        <a:effectLst/>
      </p:bgPr>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Freeform 9">
            <a:extLst>
              <a:ext uri="{FF2B5EF4-FFF2-40B4-BE49-F238E27FC236}">
                <a16:creationId xmlns:a16="http://schemas.microsoft.com/office/drawing/2014/main" id="{49E27DC5-0E94-4161-ADB3-F3B33A33AFED}"/>
              </a:ext>
            </a:extLst>
          </p:cNvPr>
          <p:cNvSpPr>
            <a:spLocks/>
          </p:cNvSpPr>
          <p:nvPr/>
        </p:nvSpPr>
        <p:spPr bwMode="auto">
          <a:xfrm rot="5400000" flipH="1">
            <a:off x="-760396" y="-2458091"/>
            <a:ext cx="9115703" cy="9516479"/>
          </a:xfrm>
          <a:custGeom>
            <a:avLst/>
            <a:gdLst>
              <a:gd name="T0" fmla="*/ 0 w 1413"/>
              <a:gd name="T1" fmla="*/ 1323 h 1473"/>
              <a:gd name="T2" fmla="*/ 1413 w 1413"/>
              <a:gd name="T3" fmla="*/ 1323 h 1473"/>
              <a:gd name="T4" fmla="*/ 1413 w 1413"/>
              <a:gd name="T5" fmla="*/ 807 h 1473"/>
              <a:gd name="T6" fmla="*/ 636 w 1413"/>
              <a:gd name="T7" fmla="*/ 1012 h 1473"/>
              <a:gd name="T8" fmla="*/ 438 w 1413"/>
              <a:gd name="T9" fmla="*/ 629 h 1473"/>
              <a:gd name="T10" fmla="*/ 449 w 1413"/>
              <a:gd name="T11" fmla="*/ 0 h 1473"/>
              <a:gd name="T12" fmla="*/ 0 w 1413"/>
              <a:gd name="T13" fmla="*/ 70 h 1473"/>
              <a:gd name="T14" fmla="*/ 0 w 1413"/>
              <a:gd name="T15" fmla="*/ 1323 h 14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3" h="1473">
                <a:moveTo>
                  <a:pt x="0" y="1323"/>
                </a:moveTo>
                <a:cubicBezTo>
                  <a:pt x="1413" y="1323"/>
                  <a:pt x="1413" y="1323"/>
                  <a:pt x="1413" y="1323"/>
                </a:cubicBezTo>
                <a:cubicBezTo>
                  <a:pt x="1413" y="807"/>
                  <a:pt x="1413" y="807"/>
                  <a:pt x="1413" y="807"/>
                </a:cubicBezTo>
                <a:cubicBezTo>
                  <a:pt x="1413" y="807"/>
                  <a:pt x="1189" y="551"/>
                  <a:pt x="636" y="1012"/>
                </a:cubicBezTo>
                <a:cubicBezTo>
                  <a:pt x="84" y="1473"/>
                  <a:pt x="240" y="940"/>
                  <a:pt x="438" y="629"/>
                </a:cubicBezTo>
                <a:cubicBezTo>
                  <a:pt x="636" y="318"/>
                  <a:pt x="669" y="133"/>
                  <a:pt x="449" y="0"/>
                </a:cubicBezTo>
                <a:cubicBezTo>
                  <a:pt x="136" y="171"/>
                  <a:pt x="33" y="119"/>
                  <a:pt x="0" y="70"/>
                </a:cubicBezTo>
                <a:lnTo>
                  <a:pt x="0" y="1323"/>
                </a:lnTo>
                <a:close/>
              </a:path>
            </a:pathLst>
          </a:custGeom>
          <a:solidFill>
            <a:schemeClr val="accent2"/>
          </a:solidFill>
          <a:ln>
            <a:noFill/>
          </a:ln>
          <a:effectLst>
            <a:outerShdw blurRad="76200" dist="38100" algn="tl" rotWithShape="0">
              <a:schemeClr val="tx1">
                <a:alpha val="20000"/>
              </a:schemeClr>
            </a:outerShdw>
          </a:effectLst>
        </p:spPr>
        <p:txBody>
          <a:bodyPr vert="horz" wrap="square" lIns="91440" tIns="45720" rIns="91440" bIns="45720" numCol="1" anchor="t" anchorCtr="0" compatLnSpc="1">
            <a:prstTxWarp prst="textNoShape">
              <a:avLst/>
            </a:prstTxWarp>
          </a:bodyPr>
          <a:lstStyle/>
          <a:p>
            <a:endParaRPr lang="en-US" dirty="0"/>
          </a:p>
        </p:txBody>
      </p:sp>
      <p:pic>
        <p:nvPicPr>
          <p:cNvPr id="20" name="Image 19">
            <a:extLst>
              <a:ext uri="{FF2B5EF4-FFF2-40B4-BE49-F238E27FC236}">
                <a16:creationId xmlns:a16="http://schemas.microsoft.com/office/drawing/2014/main" id="{557F3EC6-6AB7-49CB-8BF2-B714521A0947}"/>
              </a:ext>
            </a:extLst>
          </p:cNvPr>
          <p:cNvPicPr>
            <a:picLocks noChangeAspect="1"/>
          </p:cNvPicPr>
          <p:nvPr/>
        </p:nvPicPr>
        <p:blipFill rotWithShape="1">
          <a:blip r:embed="rId5">
            <a:extLst>
              <a:ext uri="{28A0092B-C50C-407E-A947-70E740481C1C}">
                <a14:useLocalDpi xmlns:a14="http://schemas.microsoft.com/office/drawing/2010/main" val="0"/>
              </a:ext>
            </a:extLst>
          </a:blip>
          <a:srcRect l="6845" t="25237" r="7003" b="27219"/>
          <a:stretch/>
        </p:blipFill>
        <p:spPr>
          <a:xfrm>
            <a:off x="5519936" y="724932"/>
            <a:ext cx="6120000" cy="831860"/>
          </a:xfrm>
          <a:prstGeom prst="rect">
            <a:avLst/>
          </a:prstGeom>
        </p:spPr>
      </p:pic>
      <p:sp>
        <p:nvSpPr>
          <p:cNvPr id="11" name="Title 1"/>
          <p:cNvSpPr>
            <a:spLocks noGrp="1"/>
          </p:cNvSpPr>
          <p:nvPr>
            <p:ph type="ctrTitle" hasCustomPrompt="1"/>
          </p:nvPr>
        </p:nvSpPr>
        <p:spPr>
          <a:xfrm>
            <a:off x="5591944" y="2536483"/>
            <a:ext cx="4774258" cy="147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defRPr lang="en-US" sz="2600" b="0" dirty="0">
                <a:solidFill>
                  <a:schemeClr val="tx2"/>
                </a:solidFill>
              </a:defRPr>
            </a:lvl1pPr>
          </a:lstStyle>
          <a:p>
            <a:pPr marL="0" lvl="0"/>
            <a:r>
              <a:rPr lang="en-US" dirty="0"/>
              <a:t>Click to insert title</a:t>
            </a:r>
          </a:p>
        </p:txBody>
      </p:sp>
      <p:sp>
        <p:nvSpPr>
          <p:cNvPr id="12" name="Subtitle 2"/>
          <p:cNvSpPr>
            <a:spLocks noGrp="1"/>
          </p:cNvSpPr>
          <p:nvPr>
            <p:ph type="subTitle" idx="1" hasCustomPrompt="1"/>
          </p:nvPr>
        </p:nvSpPr>
        <p:spPr>
          <a:xfrm>
            <a:off x="5591944" y="4365277"/>
            <a:ext cx="4774257"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600" dirty="0">
                <a:solidFill>
                  <a:schemeClr val="tx2"/>
                </a:solidFill>
              </a:defRPr>
            </a:lvl1pPr>
          </a:lstStyle>
          <a:p>
            <a:pPr marL="0" lvl="0"/>
            <a:r>
              <a:rPr lang="en-US" dirty="0"/>
              <a:t>Click to insert presenter, location, and date</a:t>
            </a:r>
          </a:p>
        </p:txBody>
      </p:sp>
    </p:spTree>
    <p:extLst>
      <p:ext uri="{BB962C8B-B14F-4D97-AF65-F5344CB8AC3E}">
        <p14:creationId xmlns:p14="http://schemas.microsoft.com/office/powerpoint/2010/main" val="632738858"/>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7">
    <p:spTree>
      <p:nvGrpSpPr>
        <p:cNvPr id="1" name=""/>
        <p:cNvGrpSpPr/>
        <p:nvPr/>
      </p:nvGrpSpPr>
      <p:grpSpPr>
        <a:xfrm>
          <a:off x="0" y="0"/>
          <a:ext cx="0" cy="0"/>
          <a:chOff x="0" y="0"/>
          <a:chExt cx="0" cy="0"/>
        </a:xfrm>
      </p:grpSpPr>
      <p:grpSp>
        <p:nvGrpSpPr>
          <p:cNvPr id="14" name="Groupe 13">
            <a:extLst>
              <a:ext uri="{FF2B5EF4-FFF2-40B4-BE49-F238E27FC236}">
                <a16:creationId xmlns:a16="http://schemas.microsoft.com/office/drawing/2014/main" id="{64592B57-BCDC-46B2-904B-5A7FDEA22156}"/>
              </a:ext>
            </a:extLst>
          </p:cNvPr>
          <p:cNvGrpSpPr/>
          <p:nvPr/>
        </p:nvGrpSpPr>
        <p:grpSpPr>
          <a:xfrm rot="10800000">
            <a:off x="0" y="-583910"/>
            <a:ext cx="8184232" cy="7441910"/>
            <a:chOff x="3847179" y="1294078"/>
            <a:chExt cx="4118037" cy="3744526"/>
          </a:xfrm>
        </p:grpSpPr>
        <p:sp>
          <p:nvSpPr>
            <p:cNvPr id="25" name="Forme libre : forme 24">
              <a:extLst>
                <a:ext uri="{FF2B5EF4-FFF2-40B4-BE49-F238E27FC236}">
                  <a16:creationId xmlns:a16="http://schemas.microsoft.com/office/drawing/2014/main" id="{F6855C7D-FB6F-4A0D-99F6-3523A5DB1407}"/>
                </a:ext>
              </a:extLst>
            </p:cNvPr>
            <p:cNvSpPr/>
            <p:nvPr/>
          </p:nvSpPr>
          <p:spPr>
            <a:xfrm>
              <a:off x="4193316" y="2714504"/>
              <a:ext cx="3771900" cy="2324100"/>
            </a:xfrm>
            <a:custGeom>
              <a:avLst/>
              <a:gdLst>
                <a:gd name="connsiteX0" fmla="*/ 3770471 w 3771900"/>
                <a:gd name="connsiteY0" fmla="*/ 1651908 h 2324100"/>
                <a:gd name="connsiteX1" fmla="*/ 2411540 w 3771900"/>
                <a:gd name="connsiteY1" fmla="*/ 35897 h 2324100"/>
                <a:gd name="connsiteX2" fmla="*/ 976694 w 3771900"/>
                <a:gd name="connsiteY2" fmla="*/ 559486 h 2324100"/>
                <a:gd name="connsiteX3" fmla="*/ 7144 w 3771900"/>
                <a:gd name="connsiteY3" fmla="*/ 633686 h 2324100"/>
                <a:gd name="connsiteX4" fmla="*/ 3773710 w 3771900"/>
                <a:gd name="connsiteY4" fmla="*/ 2321421 h 2324100"/>
                <a:gd name="connsiteX5" fmla="*/ 3770471 w 3771900"/>
                <a:gd name="connsiteY5" fmla="*/ 1651908 h 2324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1900" h="2324100">
                  <a:moveTo>
                    <a:pt x="3770471" y="1651908"/>
                  </a:moveTo>
                  <a:cubicBezTo>
                    <a:pt x="3318605" y="1380732"/>
                    <a:pt x="2548319" y="213919"/>
                    <a:pt x="2411540" y="35897"/>
                  </a:cubicBezTo>
                  <a:cubicBezTo>
                    <a:pt x="2099405" y="-85642"/>
                    <a:pt x="1609249" y="195060"/>
                    <a:pt x="976694" y="559486"/>
                  </a:cubicBezTo>
                  <a:cubicBezTo>
                    <a:pt x="388620" y="898291"/>
                    <a:pt x="51530" y="667786"/>
                    <a:pt x="7144" y="633686"/>
                  </a:cubicBezTo>
                  <a:cubicBezTo>
                    <a:pt x="793052" y="1266241"/>
                    <a:pt x="2403253" y="1964329"/>
                    <a:pt x="3773710" y="2321421"/>
                  </a:cubicBezTo>
                  <a:cubicBezTo>
                    <a:pt x="3773805" y="2144447"/>
                    <a:pt x="3770471" y="1814881"/>
                    <a:pt x="3770471" y="1651908"/>
                  </a:cubicBezTo>
                </a:path>
              </a:pathLst>
            </a:custGeom>
            <a:solidFill>
              <a:schemeClr val="accent2"/>
            </a:solidFill>
            <a:ln w="9525" cap="flat">
              <a:noFill/>
              <a:prstDash val="solid"/>
              <a:miter/>
            </a:ln>
          </p:spPr>
          <p:txBody>
            <a:bodyPr rtlCol="0" anchor="ctr"/>
            <a:lstStyle/>
            <a:p>
              <a:endParaRPr lang="en-US" dirty="0"/>
            </a:p>
          </p:txBody>
        </p:sp>
        <p:sp>
          <p:nvSpPr>
            <p:cNvPr id="26" name="Forme libre : forme 25">
              <a:extLst>
                <a:ext uri="{FF2B5EF4-FFF2-40B4-BE49-F238E27FC236}">
                  <a16:creationId xmlns:a16="http://schemas.microsoft.com/office/drawing/2014/main" id="{81910F3B-3232-4E33-8A3C-C9ECA9724E12}"/>
                </a:ext>
              </a:extLst>
            </p:cNvPr>
            <p:cNvSpPr/>
            <p:nvPr/>
          </p:nvSpPr>
          <p:spPr>
            <a:xfrm>
              <a:off x="3847179" y="1294078"/>
              <a:ext cx="4114800" cy="3086100"/>
            </a:xfrm>
            <a:custGeom>
              <a:avLst/>
              <a:gdLst>
                <a:gd name="connsiteX0" fmla="*/ 4116608 w 4114800"/>
                <a:gd name="connsiteY0" fmla="*/ 7144 h 3086100"/>
                <a:gd name="connsiteX1" fmla="*/ 377379 w 4114800"/>
                <a:gd name="connsiteY1" fmla="*/ 7144 h 3086100"/>
                <a:gd name="connsiteX2" fmla="*/ 348233 w 4114800"/>
                <a:gd name="connsiteY2" fmla="*/ 2061591 h 3086100"/>
                <a:gd name="connsiteX3" fmla="*/ 353376 w 4114800"/>
                <a:gd name="connsiteY3" fmla="*/ 2065687 h 3086100"/>
                <a:gd name="connsiteX4" fmla="*/ 1322926 w 4114800"/>
                <a:gd name="connsiteY4" fmla="*/ 1991487 h 3086100"/>
                <a:gd name="connsiteX5" fmla="*/ 2757677 w 4114800"/>
                <a:gd name="connsiteY5" fmla="*/ 1467898 h 3086100"/>
                <a:gd name="connsiteX6" fmla="*/ 4116608 w 4114800"/>
                <a:gd name="connsiteY6" fmla="*/ 3083909 h 3086100"/>
                <a:gd name="connsiteX7" fmla="*/ 4116608 w 4114800"/>
                <a:gd name="connsiteY7" fmla="*/ 7144 h 308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14800" h="3086100">
                  <a:moveTo>
                    <a:pt x="4116608" y="7144"/>
                  </a:moveTo>
                  <a:lnTo>
                    <a:pt x="377379" y="7144"/>
                  </a:lnTo>
                  <a:cubicBezTo>
                    <a:pt x="377379" y="7144"/>
                    <a:pt x="-435865" y="1427893"/>
                    <a:pt x="348233" y="2061591"/>
                  </a:cubicBezTo>
                  <a:cubicBezTo>
                    <a:pt x="349852" y="2062925"/>
                    <a:pt x="351661" y="2064353"/>
                    <a:pt x="353376" y="2065687"/>
                  </a:cubicBezTo>
                  <a:cubicBezTo>
                    <a:pt x="397858" y="2099786"/>
                    <a:pt x="734852" y="2330387"/>
                    <a:pt x="1322926" y="1991487"/>
                  </a:cubicBezTo>
                  <a:cubicBezTo>
                    <a:pt x="1955481" y="1627061"/>
                    <a:pt x="2445638" y="1346359"/>
                    <a:pt x="2757677" y="1467898"/>
                  </a:cubicBezTo>
                  <a:cubicBezTo>
                    <a:pt x="2894456" y="1645920"/>
                    <a:pt x="3664838" y="2812733"/>
                    <a:pt x="4116608" y="3083909"/>
                  </a:cubicBezTo>
                  <a:cubicBezTo>
                    <a:pt x="4116608" y="2760916"/>
                    <a:pt x="4116608" y="7144"/>
                    <a:pt x="4116608" y="7144"/>
                  </a:cubicBezTo>
                </a:path>
              </a:pathLst>
            </a:custGeom>
            <a:solidFill>
              <a:srgbClr val="0075B3"/>
            </a:solidFill>
            <a:ln w="9525" cap="flat">
              <a:noFill/>
              <a:prstDash val="solid"/>
              <a:miter/>
            </a:ln>
          </p:spPr>
          <p:txBody>
            <a:bodyPr rtlCol="0" anchor="ctr"/>
            <a:lstStyle/>
            <a:p>
              <a:endParaRPr lang="en-US" dirty="0"/>
            </a:p>
          </p:txBody>
        </p:sp>
      </p:grpSp>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3712035" y="3502732"/>
            <a:ext cx="3558066" cy="2058654"/>
          </a:xfrm>
          <a:prstGeom prst="rect">
            <a:avLst/>
          </a:prstGeom>
        </p:spPr>
        <p:txBody>
          <a:bodyPr anchor="ctr">
            <a:normAutofit/>
          </a:bodyPr>
          <a:lstStyle>
            <a:lvl1pPr marL="0" indent="0">
              <a:buNone/>
              <a:defRPr sz="3200" b="1">
                <a:solidFill>
                  <a:schemeClr val="bg1"/>
                </a:solidFill>
              </a:defRPr>
            </a:lvl1pPr>
            <a:lvl2pPr marL="457200" indent="0">
              <a:buNone/>
              <a:defRPr sz="6000">
                <a:solidFill>
                  <a:schemeClr val="bg1"/>
                </a:solidFill>
              </a:defRPr>
            </a:lvl2pPr>
          </a:lstStyle>
          <a:p>
            <a:pPr lvl="0"/>
            <a:r>
              <a:rPr lang="en-US" dirty="0"/>
              <a:t>Click to insert section title</a:t>
            </a:r>
            <a:endParaRPr lang="pt-PT" dirty="0"/>
          </a:p>
        </p:txBody>
      </p:sp>
      <p:sp>
        <p:nvSpPr>
          <p:cNvPr id="16" name="Subtitle 2"/>
          <p:cNvSpPr>
            <a:spLocks noGrp="1"/>
          </p:cNvSpPr>
          <p:nvPr>
            <p:ph type="subTitle" idx="1" hasCustomPrompt="1"/>
          </p:nvPr>
        </p:nvSpPr>
        <p:spPr>
          <a:xfrm>
            <a:off x="3637310" y="5571206"/>
            <a:ext cx="3558066" cy="6829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400" dirty="0">
                <a:solidFill>
                  <a:schemeClr val="bg1"/>
                </a:solidFill>
              </a:defRPr>
            </a:lvl1pPr>
          </a:lstStyle>
          <a:p>
            <a:pPr marL="0" lvl="0"/>
            <a:r>
              <a:rPr lang="en-US" dirty="0"/>
              <a:t>Click to insert presenter, location and date</a:t>
            </a:r>
          </a:p>
        </p:txBody>
      </p:sp>
      <p:pic>
        <p:nvPicPr>
          <p:cNvPr id="18" name="Image 17">
            <a:extLst>
              <a:ext uri="{FF2B5EF4-FFF2-40B4-BE49-F238E27FC236}">
                <a16:creationId xmlns:a16="http://schemas.microsoft.com/office/drawing/2014/main" id="{9B094B5A-7617-4918-B4B1-E58924F906AC}"/>
              </a:ext>
            </a:extLst>
          </p:cNvPr>
          <p:cNvPicPr>
            <a:picLocks noChangeAspect="1"/>
          </p:cNvPicPr>
          <p:nvPr/>
        </p:nvPicPr>
        <p:blipFill rotWithShape="1">
          <a:blip r:embed="rId5">
            <a:extLst>
              <a:ext uri="{28A0092B-C50C-407E-A947-70E740481C1C}">
                <a14:useLocalDpi xmlns:a14="http://schemas.microsoft.com/office/drawing/2010/main" val="0"/>
              </a:ext>
            </a:extLst>
          </a:blip>
          <a:srcRect l="6845" t="25237" r="7003" b="27219"/>
          <a:stretch/>
        </p:blipFill>
        <p:spPr>
          <a:xfrm>
            <a:off x="5519936" y="724932"/>
            <a:ext cx="6120000" cy="831860"/>
          </a:xfrm>
          <a:prstGeom prst="rect">
            <a:avLst/>
          </a:prstGeom>
        </p:spPr>
      </p:pic>
    </p:spTree>
    <p:extLst>
      <p:ext uri="{BB962C8B-B14F-4D97-AF65-F5344CB8AC3E}">
        <p14:creationId xmlns:p14="http://schemas.microsoft.com/office/powerpoint/2010/main" val="415811315"/>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DF50E-A6D7-F7D2-9FCA-DE0905F03D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1C23F9D-B2E6-F01E-52CC-2B4820FCA6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1071DC7-9D4A-A42C-FDF4-A4E13CB902AF}"/>
              </a:ext>
            </a:extLst>
          </p:cNvPr>
          <p:cNvSpPr>
            <a:spLocks noGrp="1"/>
          </p:cNvSpPr>
          <p:nvPr>
            <p:ph type="dt" sz="half" idx="10"/>
          </p:nvPr>
        </p:nvSpPr>
        <p:spPr/>
        <p:txBody>
          <a:bodyPr/>
          <a:lstStyle/>
          <a:p>
            <a:fld id="{D26B7C02-A022-4069-8CDA-DB19C106BD23}" type="datetimeFigureOut">
              <a:rPr lang="en-IN" smtClean="0"/>
              <a:t>21-03-2024</a:t>
            </a:fld>
            <a:endParaRPr lang="en-IN" dirty="0"/>
          </a:p>
        </p:txBody>
      </p:sp>
      <p:sp>
        <p:nvSpPr>
          <p:cNvPr id="5" name="Footer Placeholder 4">
            <a:extLst>
              <a:ext uri="{FF2B5EF4-FFF2-40B4-BE49-F238E27FC236}">
                <a16:creationId xmlns:a16="http://schemas.microsoft.com/office/drawing/2014/main" id="{4D072229-CFBF-4424-36C2-C6B45140E4F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C62CF771-A436-03F7-94A7-66EF8C63E20C}"/>
              </a:ext>
            </a:extLst>
          </p:cNvPr>
          <p:cNvSpPr>
            <a:spLocks noGrp="1"/>
          </p:cNvSpPr>
          <p:nvPr>
            <p:ph type="sldNum" sz="quarter" idx="12"/>
          </p:nvPr>
        </p:nvSpPr>
        <p:spPr/>
        <p:txBody>
          <a:bodyPr/>
          <a:lstStyle/>
          <a:p>
            <a:fld id="{2CF0B58C-0686-4666-9D6A-FC36CAF99FF5}" type="slidenum">
              <a:rPr lang="en-IN" smtClean="0"/>
              <a:t>‹#›</a:t>
            </a:fld>
            <a:endParaRPr lang="en-IN" dirty="0"/>
          </a:p>
        </p:txBody>
      </p:sp>
    </p:spTree>
    <p:extLst>
      <p:ext uri="{BB962C8B-B14F-4D97-AF65-F5344CB8AC3E}">
        <p14:creationId xmlns:p14="http://schemas.microsoft.com/office/powerpoint/2010/main" val="101154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74543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p>
        </p:txBody>
      </p:sp>
    </p:spTree>
    <p:extLst>
      <p:ext uri="{BB962C8B-B14F-4D97-AF65-F5344CB8AC3E}">
        <p14:creationId xmlns:p14="http://schemas.microsoft.com/office/powerpoint/2010/main" val="2734726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2" name="Titre 1"/>
          <p:cNvSpPr>
            <a:spLocks noGrp="1"/>
          </p:cNvSpPr>
          <p:nvPr>
            <p:ph type="title"/>
          </p:nvPr>
        </p:nvSpPr>
        <p:spPr>
          <a:xfrm>
            <a:off x="227349" y="0"/>
            <a:ext cx="11125236" cy="1104900"/>
          </a:xfrm>
        </p:spPr>
        <p:txBody>
          <a:bodyPr/>
          <a:lstStyle/>
          <a:p>
            <a:r>
              <a:rPr lang="en-US"/>
              <a:t>Click to edit Master title style</a:t>
            </a:r>
            <a:endParaRPr lang="en-US" dirty="0"/>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53763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Tree>
    <p:extLst>
      <p:ext uri="{BB962C8B-B14F-4D97-AF65-F5344CB8AC3E}">
        <p14:creationId xmlns:p14="http://schemas.microsoft.com/office/powerpoint/2010/main" val="1445304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7" y="1815351"/>
            <a:ext cx="11700000" cy="446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extLst>
      <p:ext uri="{BB962C8B-B14F-4D97-AF65-F5344CB8AC3E}">
        <p14:creationId xmlns:p14="http://schemas.microsoft.com/office/powerpoint/2010/main" val="858725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a:extLst>
              <a:ext uri="{FF2B5EF4-FFF2-40B4-BE49-F238E27FC236}">
                <a16:creationId xmlns:a16="http://schemas.microsoft.com/office/drawing/2014/main" id="{1EFB3510-D39A-47CF-8191-109DDF9E53D5}"/>
              </a:ext>
            </a:extLst>
          </p:cNvPr>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23121773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userDrawn="1"/>
        </p:nvSpPr>
        <p:spPr>
          <a:xfrm>
            <a:off x="9055100" y="6489700"/>
            <a:ext cx="3136900" cy="368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Freeform: Shape 9">
            <a:extLst>
              <a:ext uri="{FF2B5EF4-FFF2-40B4-BE49-F238E27FC236}">
                <a16:creationId xmlns:a16="http://schemas.microsoft.com/office/drawing/2014/main" id="{531E77B6-0DD5-446F-A826-892DFC23D785}"/>
              </a:ext>
            </a:extLst>
          </p:cNvPr>
          <p:cNvSpPr>
            <a:spLocks/>
          </p:cNvSpPr>
          <p:nvPr userDrawn="1"/>
        </p:nvSpPr>
        <p:spPr bwMode="auto">
          <a:xfrm rot="16200000" flipH="1">
            <a:off x="5598887" y="279401"/>
            <a:ext cx="6872513" cy="6313712"/>
          </a:xfrm>
          <a:custGeom>
            <a:avLst/>
            <a:gdLst>
              <a:gd name="connsiteX0" fmla="*/ 1393480 w 6857999"/>
              <a:gd name="connsiteY0" fmla="*/ 6240016 h 6240016"/>
              <a:gd name="connsiteX1" fmla="*/ 6857999 w 6857999"/>
              <a:gd name="connsiteY1" fmla="*/ 6240016 h 6240016"/>
              <a:gd name="connsiteX2" fmla="*/ 6857999 w 6857999"/>
              <a:gd name="connsiteY2" fmla="*/ 4248395 h 6240016"/>
              <a:gd name="connsiteX3" fmla="*/ 6815497 w 6857999"/>
              <a:gd name="connsiteY3" fmla="*/ 4209614 h 6240016"/>
              <a:gd name="connsiteX4" fmla="*/ 2767903 w 6857999"/>
              <a:gd name="connsiteY4" fmla="*/ 5342723 h 6240016"/>
              <a:gd name="connsiteX5" fmla="*/ 1497189 w 6857999"/>
              <a:gd name="connsiteY5" fmla="*/ 6201822 h 6240016"/>
              <a:gd name="connsiteX6" fmla="*/ 0 w 6857999"/>
              <a:gd name="connsiteY6" fmla="*/ 618342 h 6240016"/>
              <a:gd name="connsiteX7" fmla="*/ 0 w 6857999"/>
              <a:gd name="connsiteY7" fmla="*/ 6240016 h 6240016"/>
              <a:gd name="connsiteX8" fmla="*/ 921827 w 6857999"/>
              <a:gd name="connsiteY8" fmla="*/ 6240016 h 6240016"/>
              <a:gd name="connsiteX9" fmla="*/ 877464 w 6857999"/>
              <a:gd name="connsiteY9" fmla="*/ 6206986 h 6240016"/>
              <a:gd name="connsiteX10" fmla="*/ 1720124 w 6857999"/>
              <a:gd name="connsiteY10" fmla="*/ 3319666 h 6240016"/>
              <a:gd name="connsiteX11" fmla="*/ 1778012 w 6857999"/>
              <a:gd name="connsiteY11" fmla="*/ 0 h 6240016"/>
              <a:gd name="connsiteX12" fmla="*/ 36658 w 6857999"/>
              <a:gd name="connsiteY12" fmla="*/ 619001 h 624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6240016">
                <a:moveTo>
                  <a:pt x="1393480" y="6240016"/>
                </a:moveTo>
                <a:lnTo>
                  <a:pt x="6857999" y="6240016"/>
                </a:lnTo>
                <a:lnTo>
                  <a:pt x="6857999" y="4248395"/>
                </a:lnTo>
                <a:lnTo>
                  <a:pt x="6815497" y="4209614"/>
                </a:lnTo>
                <a:cubicBezTo>
                  <a:pt x="6548465" y="3983120"/>
                  <a:pt x="5320780" y="3210409"/>
                  <a:pt x="2767903" y="5342723"/>
                </a:cubicBezTo>
                <a:cubicBezTo>
                  <a:pt x="2220316" y="5799647"/>
                  <a:pt x="1804503" y="6071896"/>
                  <a:pt x="1497189" y="6201822"/>
                </a:cubicBezTo>
                <a:close/>
                <a:moveTo>
                  <a:pt x="0" y="618342"/>
                </a:moveTo>
                <a:lnTo>
                  <a:pt x="0" y="6240016"/>
                </a:lnTo>
                <a:lnTo>
                  <a:pt x="921827" y="6240016"/>
                </a:lnTo>
                <a:lnTo>
                  <a:pt x="877464" y="6206986"/>
                </a:lnTo>
                <a:cubicBezTo>
                  <a:pt x="498816" y="5832433"/>
                  <a:pt x="1067071" y="4347112"/>
                  <a:pt x="1720124" y="3319666"/>
                </a:cubicBezTo>
                <a:cubicBezTo>
                  <a:pt x="2767903" y="1675751"/>
                  <a:pt x="2938674" y="700400"/>
                  <a:pt x="1778012" y="0"/>
                </a:cubicBezTo>
                <a:cubicBezTo>
                  <a:pt x="950209" y="451498"/>
                  <a:pt x="400993" y="607786"/>
                  <a:pt x="36658" y="619001"/>
                </a:cubicBez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7" name="Retângulo 43">
            <a:extLst>
              <a:ext uri="{FF2B5EF4-FFF2-40B4-BE49-F238E27FC236}">
                <a16:creationId xmlns:a16="http://schemas.microsoft.com/office/drawing/2014/main" id="{25FC8637-25BD-4C09-AF25-56B4243DAB3D}"/>
              </a:ext>
            </a:extLst>
          </p:cNvPr>
          <p:cNvSpPr/>
          <p:nvPr userDrawn="1"/>
        </p:nvSpPr>
        <p:spPr>
          <a:xfrm>
            <a:off x="11788322"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50000"/>
                  </a:schemeClr>
                </a:solidFill>
                <a:cs typeface="Arial" panose="020B0604020202020204" pitchFamily="34" charset="0"/>
              </a:rPr>
              <a:pPr algn="r"/>
              <a:t>‹#›</a:t>
            </a:fld>
            <a:endParaRPr lang="en-US" sz="800" dirty="0">
              <a:solidFill>
                <a:schemeClr val="bg1">
                  <a:lumMod val="50000"/>
                </a:schemeClr>
              </a:solidFill>
              <a:cs typeface="Arial" panose="020B0604020202020204" pitchFamily="34" charset="0"/>
            </a:endParaRPr>
          </a:p>
        </p:txBody>
      </p:sp>
      <p:sp>
        <p:nvSpPr>
          <p:cNvPr id="8" name="Text Placeholder 7">
            <a:extLst>
              <a:ext uri="{FF2B5EF4-FFF2-40B4-BE49-F238E27FC236}">
                <a16:creationId xmlns:a16="http://schemas.microsoft.com/office/drawing/2014/main" id="{E824319D-02CC-441E-87B5-E9D15DE8CA35}"/>
              </a:ext>
            </a:extLst>
          </p:cNvPr>
          <p:cNvSpPr txBox="1">
            <a:spLocks/>
          </p:cNvSpPr>
          <p:nvPr userDrawn="1"/>
        </p:nvSpPr>
        <p:spPr>
          <a:xfrm>
            <a:off x="9070994"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700" dirty="0">
                <a:solidFill>
                  <a:schemeClr val="bg1">
                    <a:lumMod val="50000"/>
                  </a:schemeClr>
                </a:solidFill>
              </a:rPr>
              <a:t>© Capgemini 2021. All rights reserved |</a:t>
            </a:r>
          </a:p>
        </p:txBody>
      </p:sp>
      <p:sp>
        <p:nvSpPr>
          <p:cNvPr id="2" name="Title 1"/>
          <p:cNvSpPr>
            <a:spLocks noGrp="1"/>
          </p:cNvSpPr>
          <p:nvPr>
            <p:ph type="title"/>
          </p:nvPr>
        </p:nvSpPr>
        <p:spPr>
          <a:xfrm>
            <a:off x="227349" y="-1"/>
            <a:ext cx="5636422" cy="1785257"/>
          </a:xfrm>
          <a:prstGeom prst="rect">
            <a:avLst/>
          </a:prstGeom>
        </p:spPr>
        <p:txBody>
          <a:bodyPr/>
          <a:lstStyle/>
          <a:p>
            <a:r>
              <a:rPr lang="en-US"/>
              <a:t>Click to edit Master title style</a:t>
            </a:r>
            <a:endParaRPr lang="en-GB" dirty="0"/>
          </a:p>
        </p:txBody>
      </p:sp>
      <p:sp>
        <p:nvSpPr>
          <p:cNvPr id="4"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5"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1" name="Espace réservé du texte 10"/>
          <p:cNvSpPr>
            <a:spLocks noGrp="1"/>
          </p:cNvSpPr>
          <p:nvPr>
            <p:ph type="body" sz="quarter" idx="10"/>
          </p:nvPr>
        </p:nvSpPr>
        <p:spPr>
          <a:xfrm>
            <a:off x="227013" y="2565000"/>
            <a:ext cx="9253537" cy="3924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9374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2">
            <a:extLst>
              <a:ext uri="{FF2B5EF4-FFF2-40B4-BE49-F238E27FC236}">
                <a16:creationId xmlns:a16="http://schemas.microsoft.com/office/drawing/2014/main" id="{9455EBB8-DB3C-45D2-B02F-0B36A58E555B}"/>
              </a:ext>
            </a:extLst>
          </p:cNvPr>
          <p:cNvSpPr/>
          <p:nvPr userDrawn="1"/>
        </p:nvSpPr>
        <p:spPr>
          <a:xfrm>
            <a:off x="-1" y="0"/>
            <a:ext cx="4749299" cy="6858000"/>
          </a:xfrm>
          <a:prstGeom prst="rect">
            <a:avLst/>
          </a:prstGeom>
          <a:solidFill>
            <a:srgbClr val="E6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74761" name="Freeform 9"/>
          <p:cNvSpPr>
            <a:spLocks/>
          </p:cNvSpPr>
          <p:nvPr userDrawn="1"/>
        </p:nvSpPr>
        <p:spPr bwMode="auto">
          <a:xfrm>
            <a:off x="0" y="0"/>
            <a:ext cx="4415526" cy="3176270"/>
          </a:xfrm>
          <a:custGeom>
            <a:avLst/>
            <a:gdLst/>
            <a:ahLst/>
            <a:cxnLst>
              <a:cxn ang="0">
                <a:pos x="0" y="877"/>
              </a:cxn>
              <a:cxn ang="0">
                <a:pos x="0" y="852"/>
              </a:cxn>
              <a:cxn ang="0">
                <a:pos x="0" y="10"/>
              </a:cxn>
              <a:cxn ang="0">
                <a:pos x="0" y="0"/>
              </a:cxn>
              <a:cxn ang="0">
                <a:pos x="37" y="0"/>
              </a:cxn>
              <a:cxn ang="0">
                <a:pos x="1233" y="0"/>
              </a:cxn>
              <a:cxn ang="0">
                <a:pos x="1250" y="9"/>
              </a:cxn>
              <a:cxn ang="0">
                <a:pos x="1350" y="178"/>
              </a:cxn>
              <a:cxn ang="0">
                <a:pos x="1373" y="380"/>
              </a:cxn>
              <a:cxn ang="0">
                <a:pos x="1277" y="541"/>
              </a:cxn>
              <a:cxn ang="0">
                <a:pos x="1269" y="544"/>
              </a:cxn>
              <a:cxn ang="0">
                <a:pos x="1160" y="550"/>
              </a:cxn>
              <a:cxn ang="0">
                <a:pos x="1007" y="624"/>
              </a:cxn>
              <a:cxn ang="0">
                <a:pos x="772" y="775"/>
              </a:cxn>
              <a:cxn ang="0">
                <a:pos x="516" y="921"/>
              </a:cxn>
              <a:cxn ang="0">
                <a:pos x="289" y="988"/>
              </a:cxn>
              <a:cxn ang="0">
                <a:pos x="1" y="879"/>
              </a:cxn>
              <a:cxn ang="0">
                <a:pos x="0" y="877"/>
              </a:cxn>
            </a:cxnLst>
            <a:rect l="0" t="0" r="r" b="b"/>
            <a:pathLst>
              <a:path w="1388" h="998">
                <a:moveTo>
                  <a:pt x="0" y="877"/>
                </a:moveTo>
                <a:cubicBezTo>
                  <a:pt x="0" y="869"/>
                  <a:pt x="0" y="860"/>
                  <a:pt x="0" y="852"/>
                </a:cubicBezTo>
                <a:cubicBezTo>
                  <a:pt x="0" y="571"/>
                  <a:pt x="0" y="290"/>
                  <a:pt x="0" y="10"/>
                </a:cubicBezTo>
                <a:cubicBezTo>
                  <a:pt x="0" y="7"/>
                  <a:pt x="0" y="3"/>
                  <a:pt x="0" y="0"/>
                </a:cubicBezTo>
                <a:cubicBezTo>
                  <a:pt x="12" y="0"/>
                  <a:pt x="25" y="0"/>
                  <a:pt x="37" y="0"/>
                </a:cubicBezTo>
                <a:cubicBezTo>
                  <a:pt x="435" y="0"/>
                  <a:pt x="834" y="0"/>
                  <a:pt x="1233" y="0"/>
                </a:cubicBezTo>
                <a:cubicBezTo>
                  <a:pt x="1241" y="0"/>
                  <a:pt x="1245" y="3"/>
                  <a:pt x="1250" y="9"/>
                </a:cubicBezTo>
                <a:cubicBezTo>
                  <a:pt x="1290" y="61"/>
                  <a:pt x="1325" y="116"/>
                  <a:pt x="1350" y="178"/>
                </a:cubicBezTo>
                <a:cubicBezTo>
                  <a:pt x="1376" y="243"/>
                  <a:pt x="1388" y="310"/>
                  <a:pt x="1373" y="380"/>
                </a:cubicBezTo>
                <a:cubicBezTo>
                  <a:pt x="1359" y="445"/>
                  <a:pt x="1324" y="496"/>
                  <a:pt x="1277" y="541"/>
                </a:cubicBezTo>
                <a:cubicBezTo>
                  <a:pt x="1275" y="543"/>
                  <a:pt x="1273" y="545"/>
                  <a:pt x="1269" y="544"/>
                </a:cubicBezTo>
                <a:cubicBezTo>
                  <a:pt x="1232" y="532"/>
                  <a:pt x="1196" y="539"/>
                  <a:pt x="1160" y="550"/>
                </a:cubicBezTo>
                <a:cubicBezTo>
                  <a:pt x="1106" y="568"/>
                  <a:pt x="1056" y="595"/>
                  <a:pt x="1007" y="624"/>
                </a:cubicBezTo>
                <a:cubicBezTo>
                  <a:pt x="927" y="672"/>
                  <a:pt x="850" y="725"/>
                  <a:pt x="772" y="775"/>
                </a:cubicBezTo>
                <a:cubicBezTo>
                  <a:pt x="689" y="828"/>
                  <a:pt x="605" y="879"/>
                  <a:pt x="516" y="921"/>
                </a:cubicBezTo>
                <a:cubicBezTo>
                  <a:pt x="443" y="954"/>
                  <a:pt x="369" y="980"/>
                  <a:pt x="289" y="988"/>
                </a:cubicBezTo>
                <a:cubicBezTo>
                  <a:pt x="175" y="998"/>
                  <a:pt x="79" y="962"/>
                  <a:pt x="1" y="879"/>
                </a:cubicBezTo>
                <a:cubicBezTo>
                  <a:pt x="0" y="879"/>
                  <a:pt x="0" y="878"/>
                  <a:pt x="0" y="877"/>
                </a:cubicBez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 name="Title 1"/>
          <p:cNvSpPr>
            <a:spLocks noGrp="1"/>
          </p:cNvSpPr>
          <p:nvPr>
            <p:ph type="title"/>
          </p:nvPr>
        </p:nvSpPr>
        <p:spPr>
          <a:xfrm>
            <a:off x="227349" y="0"/>
            <a:ext cx="3633451" cy="2307771"/>
          </a:xfrm>
          <a:prstGeom prst="rect">
            <a:avLst/>
          </a:prstGeom>
        </p:spPr>
        <p:txBody>
          <a:bodyPr/>
          <a:lstStyle>
            <a:lvl1pPr>
              <a:defRPr>
                <a:solidFill>
                  <a:schemeClr val="bg1"/>
                </a:solidFill>
              </a:defRPr>
            </a:lvl1pPr>
          </a:lstStyle>
          <a:p>
            <a:r>
              <a:rPr lang="en-US"/>
              <a:t>Click to edit Master title style</a:t>
            </a:r>
            <a:endParaRPr lang="en-GB" dirty="0"/>
          </a:p>
        </p:txBody>
      </p:sp>
      <p:sp>
        <p:nvSpPr>
          <p:cNvPr id="14" name="Text Placeholder 7">
            <a:extLst>
              <a:ext uri="{FF2B5EF4-FFF2-40B4-BE49-F238E27FC236}">
                <a16:creationId xmlns:a16="http://schemas.microsoft.com/office/drawing/2014/main" id="{9949BCD6-E419-4ED2-9061-402DD5FF2406}"/>
              </a:ext>
            </a:extLst>
          </p:cNvPr>
          <p:cNvSpPr>
            <a:spLocks noGrp="1"/>
          </p:cNvSpPr>
          <p:nvPr>
            <p:ph type="body" sz="quarter" idx="38" hasCustomPrompt="1"/>
          </p:nvPr>
        </p:nvSpPr>
        <p:spPr>
          <a:xfrm>
            <a:off x="231351" y="3420284"/>
            <a:ext cx="4286594" cy="2993216"/>
          </a:xfrm>
          <a:prstGeom prst="rect">
            <a:avLst/>
          </a:prstGeom>
        </p:spPr>
        <p:txBody>
          <a:bodyPr>
            <a:no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5" name="Text Placeholder 4">
            <a:extLst>
              <a:ext uri="{FF2B5EF4-FFF2-40B4-BE49-F238E27FC236}">
                <a16:creationId xmlns:a16="http://schemas.microsoft.com/office/drawing/2014/main" id="{3F6EE60C-2261-45A0-AD6F-B5F767C57B57}"/>
              </a:ext>
            </a:extLst>
          </p:cNvPr>
          <p:cNvSpPr>
            <a:spLocks noGrp="1"/>
          </p:cNvSpPr>
          <p:nvPr>
            <p:ph type="body" sz="quarter" idx="29" hasCustomPrompt="1"/>
          </p:nvPr>
        </p:nvSpPr>
        <p:spPr>
          <a:xfrm>
            <a:off x="6981371" y="518014"/>
            <a:ext cx="4020458" cy="412363"/>
          </a:xfrm>
          <a:prstGeom prst="rect">
            <a:avLst/>
          </a:prstGeom>
          <a:noFill/>
        </p:spPr>
        <p:txBody>
          <a:bodyPr anchor="ctr">
            <a:noAutofit/>
          </a:bodyPr>
          <a:lstStyle>
            <a:lvl1pPr algn="l">
              <a:defRPr sz="1600" b="1">
                <a:solidFill>
                  <a:srgbClr val="0070AD"/>
                </a:solidFill>
              </a:defRPr>
            </a:lvl1pPr>
            <a:lvl2pPr>
              <a:defRPr sz="1400"/>
            </a:lvl2pPr>
            <a:lvl3pPr>
              <a:defRPr sz="1200"/>
            </a:lvl3pPr>
            <a:lvl4pPr>
              <a:defRPr sz="1100"/>
            </a:lvl4pPr>
            <a:lvl5pPr>
              <a:defRPr sz="1100"/>
            </a:lvl5pPr>
          </a:lstStyle>
          <a:p>
            <a:pPr lvl="0"/>
            <a:r>
              <a:rPr lang="en-US" dirty="0"/>
              <a:t>Click to insert title</a:t>
            </a:r>
          </a:p>
        </p:txBody>
      </p:sp>
      <p:sp>
        <p:nvSpPr>
          <p:cNvPr id="16" name="Text Placeholder 7">
            <a:extLst>
              <a:ext uri="{FF2B5EF4-FFF2-40B4-BE49-F238E27FC236}">
                <a16:creationId xmlns:a16="http://schemas.microsoft.com/office/drawing/2014/main" id="{ABE7F41D-73F9-4353-AE3F-71AB8377048D}"/>
              </a:ext>
            </a:extLst>
          </p:cNvPr>
          <p:cNvSpPr>
            <a:spLocks noGrp="1"/>
          </p:cNvSpPr>
          <p:nvPr>
            <p:ph type="body" sz="quarter" idx="30" hasCustomPrompt="1"/>
          </p:nvPr>
        </p:nvSpPr>
        <p:spPr>
          <a:xfrm>
            <a:off x="6981372"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7" name="Text Placeholder 4">
            <a:extLst>
              <a:ext uri="{FF2B5EF4-FFF2-40B4-BE49-F238E27FC236}">
                <a16:creationId xmlns:a16="http://schemas.microsoft.com/office/drawing/2014/main" id="{83D9B326-443F-495A-B788-21C48AC85AE2}"/>
              </a:ext>
            </a:extLst>
          </p:cNvPr>
          <p:cNvSpPr>
            <a:spLocks noGrp="1"/>
          </p:cNvSpPr>
          <p:nvPr>
            <p:ph type="body" sz="quarter" idx="31" hasCustomPrompt="1"/>
          </p:nvPr>
        </p:nvSpPr>
        <p:spPr>
          <a:xfrm>
            <a:off x="6981371" y="4647262"/>
            <a:ext cx="4020458" cy="412363"/>
          </a:xfrm>
          <a:prstGeom prst="rect">
            <a:avLst/>
          </a:prstGeom>
          <a:noFill/>
        </p:spPr>
        <p:txBody>
          <a:bodyPr anchor="ctr">
            <a:noAutofit/>
          </a:bodyPr>
          <a:lstStyle>
            <a:lvl1pPr algn="l">
              <a:defRPr sz="1600" b="1">
                <a:solidFill>
                  <a:srgbClr val="0070AD"/>
                </a:solidFill>
              </a:defRPr>
            </a:lvl1pPr>
            <a:lvl2pPr>
              <a:defRPr sz="1400"/>
            </a:lvl2pPr>
            <a:lvl3pPr>
              <a:defRPr sz="1200"/>
            </a:lvl3pPr>
            <a:lvl4pPr>
              <a:defRPr sz="1100"/>
            </a:lvl4pPr>
            <a:lvl5pPr>
              <a:defRPr sz="1100"/>
            </a:lvl5pPr>
          </a:lstStyle>
          <a:p>
            <a:pPr lvl="0"/>
            <a:r>
              <a:rPr lang="en-US" dirty="0"/>
              <a:t>Click to insert title</a:t>
            </a:r>
          </a:p>
        </p:txBody>
      </p:sp>
      <p:sp>
        <p:nvSpPr>
          <p:cNvPr id="18" name="Text Placeholder 7">
            <a:extLst>
              <a:ext uri="{FF2B5EF4-FFF2-40B4-BE49-F238E27FC236}">
                <a16:creationId xmlns:a16="http://schemas.microsoft.com/office/drawing/2014/main" id="{00358894-025F-4D0E-AF6E-F99EDF29800A}"/>
              </a:ext>
            </a:extLst>
          </p:cNvPr>
          <p:cNvSpPr>
            <a:spLocks noGrp="1"/>
          </p:cNvSpPr>
          <p:nvPr>
            <p:ph type="body" sz="quarter" idx="32" hasCustomPrompt="1"/>
          </p:nvPr>
        </p:nvSpPr>
        <p:spPr>
          <a:xfrm>
            <a:off x="6981372"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9" name="Text Placeholder 4">
            <a:extLst>
              <a:ext uri="{FF2B5EF4-FFF2-40B4-BE49-F238E27FC236}">
                <a16:creationId xmlns:a16="http://schemas.microsoft.com/office/drawing/2014/main" id="{EE5AF299-5A92-48E3-B18F-F7FE7AB9EED4}"/>
              </a:ext>
            </a:extLst>
          </p:cNvPr>
          <p:cNvSpPr>
            <a:spLocks noGrp="1"/>
          </p:cNvSpPr>
          <p:nvPr>
            <p:ph type="body" sz="quarter" idx="33" hasCustomPrompt="1"/>
          </p:nvPr>
        </p:nvSpPr>
        <p:spPr>
          <a:xfrm>
            <a:off x="6981371" y="2563381"/>
            <a:ext cx="4020458" cy="412363"/>
          </a:xfrm>
          <a:prstGeom prst="rect">
            <a:avLst/>
          </a:prstGeom>
          <a:noFill/>
        </p:spPr>
        <p:txBody>
          <a:bodyPr anchor="ctr">
            <a:noAutofit/>
          </a:bodyPr>
          <a:lstStyle>
            <a:lvl1pPr algn="l">
              <a:defRPr sz="1600" b="1">
                <a:solidFill>
                  <a:srgbClr val="0070AD"/>
                </a:solidFill>
              </a:defRPr>
            </a:lvl1pPr>
            <a:lvl2pPr>
              <a:defRPr sz="1400"/>
            </a:lvl2pPr>
            <a:lvl3pPr>
              <a:defRPr sz="1200"/>
            </a:lvl3pPr>
            <a:lvl4pPr>
              <a:defRPr sz="1100"/>
            </a:lvl4pPr>
            <a:lvl5pPr>
              <a:defRPr sz="1100"/>
            </a:lvl5pPr>
          </a:lstStyle>
          <a:p>
            <a:pPr lvl="0"/>
            <a:r>
              <a:rPr lang="en-US" dirty="0"/>
              <a:t>Click to insert title</a:t>
            </a:r>
          </a:p>
        </p:txBody>
      </p:sp>
      <p:sp>
        <p:nvSpPr>
          <p:cNvPr id="20" name="Text Placeholder 7">
            <a:extLst>
              <a:ext uri="{FF2B5EF4-FFF2-40B4-BE49-F238E27FC236}">
                <a16:creationId xmlns:a16="http://schemas.microsoft.com/office/drawing/2014/main" id="{F951F368-6540-4675-9A52-0824638E0EF4}"/>
              </a:ext>
            </a:extLst>
          </p:cNvPr>
          <p:cNvSpPr>
            <a:spLocks noGrp="1"/>
          </p:cNvSpPr>
          <p:nvPr>
            <p:ph type="body" sz="quarter" idx="34" hasCustomPrompt="1"/>
          </p:nvPr>
        </p:nvSpPr>
        <p:spPr>
          <a:xfrm>
            <a:off x="6981372"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1" name="Text Placeholder 4">
            <a:extLst>
              <a:ext uri="{FF2B5EF4-FFF2-40B4-BE49-F238E27FC236}">
                <a16:creationId xmlns:a16="http://schemas.microsoft.com/office/drawing/2014/main" id="{B7C16A20-D927-494E-94A9-49AF2E1FA010}"/>
              </a:ext>
            </a:extLst>
          </p:cNvPr>
          <p:cNvSpPr>
            <a:spLocks noGrp="1"/>
          </p:cNvSpPr>
          <p:nvPr>
            <p:ph type="body" sz="quarter" idx="35" hasCustomPrompt="1"/>
          </p:nvPr>
        </p:nvSpPr>
        <p:spPr>
          <a:xfrm>
            <a:off x="5713875" y="1040484"/>
            <a:ext cx="863263" cy="482705"/>
          </a:xfrm>
          <a:prstGeom prst="rect">
            <a:avLst/>
          </a:prstGeom>
          <a:noFill/>
        </p:spPr>
        <p:txBody>
          <a:bodyPr wrap="none" anchor="ctr">
            <a:noAutofit/>
          </a:bodyPr>
          <a:lstStyle>
            <a:lvl1pPr algn="ctr">
              <a:defRPr sz="3600" b="0">
                <a:solidFill>
                  <a:srgbClr val="2C004B"/>
                </a:solidFill>
              </a:defRPr>
            </a:lvl1pPr>
            <a:lvl2pPr>
              <a:defRPr sz="1400"/>
            </a:lvl2pPr>
            <a:lvl3pPr>
              <a:defRPr sz="1200"/>
            </a:lvl3pPr>
            <a:lvl4pPr>
              <a:defRPr sz="1100"/>
            </a:lvl4pPr>
            <a:lvl5pPr>
              <a:defRPr sz="1100"/>
            </a:lvl5pPr>
          </a:lstStyle>
          <a:p>
            <a:pPr lvl="0"/>
            <a:r>
              <a:rPr lang="en-US" dirty="0"/>
              <a:t>Nº</a:t>
            </a:r>
          </a:p>
        </p:txBody>
      </p:sp>
      <p:sp>
        <p:nvSpPr>
          <p:cNvPr id="22" name="Text Placeholder 4">
            <a:extLst>
              <a:ext uri="{FF2B5EF4-FFF2-40B4-BE49-F238E27FC236}">
                <a16:creationId xmlns:a16="http://schemas.microsoft.com/office/drawing/2014/main" id="{936BACCD-6FBF-486E-81CB-3462560DA2CE}"/>
              </a:ext>
            </a:extLst>
          </p:cNvPr>
          <p:cNvSpPr>
            <a:spLocks noGrp="1"/>
          </p:cNvSpPr>
          <p:nvPr>
            <p:ph type="body" sz="quarter" idx="36" hasCustomPrompt="1"/>
          </p:nvPr>
        </p:nvSpPr>
        <p:spPr>
          <a:xfrm>
            <a:off x="5713875" y="2996221"/>
            <a:ext cx="863263" cy="482705"/>
          </a:xfrm>
          <a:prstGeom prst="rect">
            <a:avLst/>
          </a:prstGeom>
          <a:noFill/>
        </p:spPr>
        <p:txBody>
          <a:bodyPr wrap="none" anchor="ctr">
            <a:noAutofit/>
          </a:bodyPr>
          <a:lstStyle>
            <a:lvl1pPr algn="ctr">
              <a:defRPr sz="3600" b="0">
                <a:solidFill>
                  <a:srgbClr val="2C004B"/>
                </a:solidFill>
              </a:defRPr>
            </a:lvl1pPr>
            <a:lvl2pPr>
              <a:defRPr sz="1400"/>
            </a:lvl2pPr>
            <a:lvl3pPr>
              <a:defRPr sz="1200"/>
            </a:lvl3pPr>
            <a:lvl4pPr>
              <a:defRPr sz="1100"/>
            </a:lvl4pPr>
            <a:lvl5pPr>
              <a:defRPr sz="1100"/>
            </a:lvl5pPr>
          </a:lstStyle>
          <a:p>
            <a:pPr lvl="0"/>
            <a:r>
              <a:rPr lang="en-US" dirty="0"/>
              <a:t>Nº</a:t>
            </a:r>
          </a:p>
        </p:txBody>
      </p:sp>
      <p:sp>
        <p:nvSpPr>
          <p:cNvPr id="23" name="Text Placeholder 4">
            <a:extLst>
              <a:ext uri="{FF2B5EF4-FFF2-40B4-BE49-F238E27FC236}">
                <a16:creationId xmlns:a16="http://schemas.microsoft.com/office/drawing/2014/main" id="{48E9C506-31EA-4D04-B660-3B4DB0704112}"/>
              </a:ext>
            </a:extLst>
          </p:cNvPr>
          <p:cNvSpPr>
            <a:spLocks noGrp="1"/>
          </p:cNvSpPr>
          <p:nvPr>
            <p:ph type="body" sz="quarter" idx="37" hasCustomPrompt="1"/>
          </p:nvPr>
        </p:nvSpPr>
        <p:spPr>
          <a:xfrm>
            <a:off x="5713875" y="5107841"/>
            <a:ext cx="863263" cy="482705"/>
          </a:xfrm>
          <a:prstGeom prst="rect">
            <a:avLst/>
          </a:prstGeom>
          <a:noFill/>
        </p:spPr>
        <p:txBody>
          <a:bodyPr wrap="none" anchor="ctr">
            <a:noAutofit/>
          </a:bodyPr>
          <a:lstStyle>
            <a:lvl1pPr algn="ctr">
              <a:defRPr sz="3600" b="0">
                <a:solidFill>
                  <a:srgbClr val="2C004B"/>
                </a:solidFill>
              </a:defRPr>
            </a:lvl1pPr>
            <a:lvl2pPr>
              <a:defRPr sz="1400"/>
            </a:lvl2pPr>
            <a:lvl3pPr>
              <a:defRPr sz="1200"/>
            </a:lvl3pPr>
            <a:lvl4pPr>
              <a:defRPr sz="1100"/>
            </a:lvl4pPr>
            <a:lvl5pPr>
              <a:defRPr sz="1100"/>
            </a:lvl5pPr>
          </a:lstStyle>
          <a:p>
            <a:pPr lvl="0"/>
            <a:r>
              <a:rPr lang="en-US" dirty="0"/>
              <a:t>Nº</a:t>
            </a:r>
          </a:p>
        </p:txBody>
      </p:sp>
    </p:spTree>
    <p:extLst>
      <p:ext uri="{BB962C8B-B14F-4D97-AF65-F5344CB8AC3E}">
        <p14:creationId xmlns:p14="http://schemas.microsoft.com/office/powerpoint/2010/main" val="8558856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8329471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338419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8" name="Freeform 6"/>
          <p:cNvSpPr>
            <a:spLocks/>
          </p:cNvSpPr>
          <p:nvPr userDrawn="1"/>
        </p:nvSpPr>
        <p:spPr bwMode="auto">
          <a:xfrm>
            <a:off x="4901351" y="831584"/>
            <a:ext cx="7289800" cy="6026150"/>
          </a:xfrm>
          <a:custGeom>
            <a:avLst/>
            <a:gdLst/>
            <a:ahLst/>
            <a:cxnLst>
              <a:cxn ang="0">
                <a:pos x="0" y="1904"/>
              </a:cxn>
              <a:cxn ang="0">
                <a:pos x="8" y="1894"/>
              </a:cxn>
              <a:cxn ang="0">
                <a:pos x="20" y="1886"/>
              </a:cxn>
              <a:cxn ang="0">
                <a:pos x="146" y="1832"/>
              </a:cxn>
              <a:cxn ang="0">
                <a:pos x="344" y="1720"/>
              </a:cxn>
              <a:cxn ang="0">
                <a:pos x="484" y="1628"/>
              </a:cxn>
              <a:cxn ang="0">
                <a:pos x="754" y="1430"/>
              </a:cxn>
              <a:cxn ang="0">
                <a:pos x="1094" y="1162"/>
              </a:cxn>
              <a:cxn ang="0">
                <a:pos x="1418" y="906"/>
              </a:cxn>
              <a:cxn ang="0">
                <a:pos x="1766" y="648"/>
              </a:cxn>
              <a:cxn ang="0">
                <a:pos x="2006" y="486"/>
              </a:cxn>
              <a:cxn ang="0">
                <a:pos x="2254" y="338"/>
              </a:cxn>
              <a:cxn ang="0">
                <a:pos x="2390" y="268"/>
              </a:cxn>
              <a:cxn ang="0">
                <a:pos x="2598" y="172"/>
              </a:cxn>
              <a:cxn ang="0">
                <a:pos x="2816" y="92"/>
              </a:cxn>
              <a:cxn ang="0">
                <a:pos x="2996" y="42"/>
              </a:cxn>
              <a:cxn ang="0">
                <a:pos x="3134" y="16"/>
              </a:cxn>
              <a:cxn ang="0">
                <a:pos x="3220" y="6"/>
              </a:cxn>
              <a:cxn ang="0">
                <a:pos x="3336" y="2"/>
              </a:cxn>
              <a:cxn ang="0">
                <a:pos x="3390" y="0"/>
              </a:cxn>
              <a:cxn ang="0">
                <a:pos x="3522" y="0"/>
              </a:cxn>
              <a:cxn ang="0">
                <a:pos x="3590" y="4"/>
              </a:cxn>
              <a:cxn ang="0">
                <a:pos x="3688" y="8"/>
              </a:cxn>
              <a:cxn ang="0">
                <a:pos x="3832" y="34"/>
              </a:cxn>
              <a:cxn ang="0">
                <a:pos x="3974" y="72"/>
              </a:cxn>
              <a:cxn ang="0">
                <a:pos x="4160" y="140"/>
              </a:cxn>
              <a:cxn ang="0">
                <a:pos x="4336" y="228"/>
              </a:cxn>
              <a:cxn ang="0">
                <a:pos x="4448" y="300"/>
              </a:cxn>
              <a:cxn ang="0">
                <a:pos x="4568" y="390"/>
              </a:cxn>
              <a:cxn ang="0">
                <a:pos x="4588" y="414"/>
              </a:cxn>
              <a:cxn ang="0">
                <a:pos x="4592" y="2788"/>
              </a:cxn>
              <a:cxn ang="0">
                <a:pos x="4582" y="2808"/>
              </a:cxn>
              <a:cxn ang="0">
                <a:pos x="4514" y="2862"/>
              </a:cxn>
              <a:cxn ang="0">
                <a:pos x="4354" y="2970"/>
              </a:cxn>
              <a:cxn ang="0">
                <a:pos x="4186" y="3062"/>
              </a:cxn>
              <a:cxn ang="0">
                <a:pos x="4054" y="3122"/>
              </a:cxn>
              <a:cxn ang="0">
                <a:pos x="3828" y="3206"/>
              </a:cxn>
              <a:cxn ang="0">
                <a:pos x="3598" y="3276"/>
              </a:cxn>
              <a:cxn ang="0">
                <a:pos x="3370" y="3334"/>
              </a:cxn>
              <a:cxn ang="0">
                <a:pos x="2920" y="3432"/>
              </a:cxn>
              <a:cxn ang="0">
                <a:pos x="2498" y="3528"/>
              </a:cxn>
              <a:cxn ang="0">
                <a:pos x="2360" y="3566"/>
              </a:cxn>
              <a:cxn ang="0">
                <a:pos x="2144" y="3642"/>
              </a:cxn>
              <a:cxn ang="0">
                <a:pos x="1988" y="3716"/>
              </a:cxn>
              <a:cxn ang="0">
                <a:pos x="1878" y="3782"/>
              </a:cxn>
              <a:cxn ang="0">
                <a:pos x="1858" y="3792"/>
              </a:cxn>
              <a:cxn ang="0">
                <a:pos x="1834" y="3796"/>
              </a:cxn>
              <a:cxn ang="0">
                <a:pos x="432" y="3796"/>
              </a:cxn>
              <a:cxn ang="0">
                <a:pos x="408" y="3774"/>
              </a:cxn>
              <a:cxn ang="0">
                <a:pos x="354" y="3652"/>
              </a:cxn>
              <a:cxn ang="0">
                <a:pos x="258" y="3396"/>
              </a:cxn>
              <a:cxn ang="0">
                <a:pos x="140" y="2988"/>
              </a:cxn>
              <a:cxn ang="0">
                <a:pos x="86" y="2734"/>
              </a:cxn>
              <a:cxn ang="0">
                <a:pos x="44" y="2478"/>
              </a:cxn>
              <a:cxn ang="0">
                <a:pos x="8" y="2154"/>
              </a:cxn>
              <a:cxn ang="0">
                <a:pos x="4" y="2020"/>
              </a:cxn>
              <a:cxn ang="0">
                <a:pos x="2" y="1948"/>
              </a:cxn>
            </a:cxnLst>
            <a:rect l="0" t="0" r="r" b="b"/>
            <a:pathLst>
              <a:path w="4592" h="3796">
                <a:moveTo>
                  <a:pt x="0" y="1924"/>
                </a:moveTo>
                <a:lnTo>
                  <a:pt x="0" y="1924"/>
                </a:lnTo>
                <a:lnTo>
                  <a:pt x="0" y="1904"/>
                </a:lnTo>
                <a:lnTo>
                  <a:pt x="0" y="1904"/>
                </a:lnTo>
                <a:lnTo>
                  <a:pt x="4" y="1898"/>
                </a:lnTo>
                <a:lnTo>
                  <a:pt x="8" y="1894"/>
                </a:lnTo>
                <a:lnTo>
                  <a:pt x="14" y="1890"/>
                </a:lnTo>
                <a:lnTo>
                  <a:pt x="20" y="1886"/>
                </a:lnTo>
                <a:lnTo>
                  <a:pt x="20" y="1886"/>
                </a:lnTo>
                <a:lnTo>
                  <a:pt x="62" y="1870"/>
                </a:lnTo>
                <a:lnTo>
                  <a:pt x="104" y="1850"/>
                </a:lnTo>
                <a:lnTo>
                  <a:pt x="146" y="1832"/>
                </a:lnTo>
                <a:lnTo>
                  <a:pt x="186" y="1810"/>
                </a:lnTo>
                <a:lnTo>
                  <a:pt x="266" y="1766"/>
                </a:lnTo>
                <a:lnTo>
                  <a:pt x="344" y="1720"/>
                </a:lnTo>
                <a:lnTo>
                  <a:pt x="344" y="1720"/>
                </a:lnTo>
                <a:lnTo>
                  <a:pt x="414" y="1674"/>
                </a:lnTo>
                <a:lnTo>
                  <a:pt x="484" y="1628"/>
                </a:lnTo>
                <a:lnTo>
                  <a:pt x="552" y="1580"/>
                </a:lnTo>
                <a:lnTo>
                  <a:pt x="620" y="1530"/>
                </a:lnTo>
                <a:lnTo>
                  <a:pt x="754" y="1430"/>
                </a:lnTo>
                <a:lnTo>
                  <a:pt x="886" y="1328"/>
                </a:lnTo>
                <a:lnTo>
                  <a:pt x="886" y="1328"/>
                </a:lnTo>
                <a:lnTo>
                  <a:pt x="1094" y="1162"/>
                </a:lnTo>
                <a:lnTo>
                  <a:pt x="1304" y="996"/>
                </a:lnTo>
                <a:lnTo>
                  <a:pt x="1304" y="996"/>
                </a:lnTo>
                <a:lnTo>
                  <a:pt x="1418" y="906"/>
                </a:lnTo>
                <a:lnTo>
                  <a:pt x="1532" y="818"/>
                </a:lnTo>
                <a:lnTo>
                  <a:pt x="1648" y="732"/>
                </a:lnTo>
                <a:lnTo>
                  <a:pt x="1766" y="648"/>
                </a:lnTo>
                <a:lnTo>
                  <a:pt x="1766" y="648"/>
                </a:lnTo>
                <a:lnTo>
                  <a:pt x="1886" y="566"/>
                </a:lnTo>
                <a:lnTo>
                  <a:pt x="2006" y="486"/>
                </a:lnTo>
                <a:lnTo>
                  <a:pt x="2128" y="410"/>
                </a:lnTo>
                <a:lnTo>
                  <a:pt x="2190" y="374"/>
                </a:lnTo>
                <a:lnTo>
                  <a:pt x="2254" y="338"/>
                </a:lnTo>
                <a:lnTo>
                  <a:pt x="2254" y="338"/>
                </a:lnTo>
                <a:lnTo>
                  <a:pt x="2322" y="302"/>
                </a:lnTo>
                <a:lnTo>
                  <a:pt x="2390" y="268"/>
                </a:lnTo>
                <a:lnTo>
                  <a:pt x="2458" y="234"/>
                </a:lnTo>
                <a:lnTo>
                  <a:pt x="2528" y="202"/>
                </a:lnTo>
                <a:lnTo>
                  <a:pt x="2598" y="172"/>
                </a:lnTo>
                <a:lnTo>
                  <a:pt x="2670" y="142"/>
                </a:lnTo>
                <a:lnTo>
                  <a:pt x="2742" y="116"/>
                </a:lnTo>
                <a:lnTo>
                  <a:pt x="2816" y="92"/>
                </a:lnTo>
                <a:lnTo>
                  <a:pt x="2816" y="92"/>
                </a:lnTo>
                <a:lnTo>
                  <a:pt x="2906" y="64"/>
                </a:lnTo>
                <a:lnTo>
                  <a:pt x="2996" y="42"/>
                </a:lnTo>
                <a:lnTo>
                  <a:pt x="3042" y="32"/>
                </a:lnTo>
                <a:lnTo>
                  <a:pt x="3088" y="22"/>
                </a:lnTo>
                <a:lnTo>
                  <a:pt x="3134" y="16"/>
                </a:lnTo>
                <a:lnTo>
                  <a:pt x="3182" y="10"/>
                </a:lnTo>
                <a:lnTo>
                  <a:pt x="3182" y="10"/>
                </a:lnTo>
                <a:lnTo>
                  <a:pt x="3220" y="6"/>
                </a:lnTo>
                <a:lnTo>
                  <a:pt x="3258" y="4"/>
                </a:lnTo>
                <a:lnTo>
                  <a:pt x="3336" y="2"/>
                </a:lnTo>
                <a:lnTo>
                  <a:pt x="3336" y="2"/>
                </a:lnTo>
                <a:lnTo>
                  <a:pt x="3364" y="2"/>
                </a:lnTo>
                <a:lnTo>
                  <a:pt x="3378" y="2"/>
                </a:lnTo>
                <a:lnTo>
                  <a:pt x="3390" y="0"/>
                </a:lnTo>
                <a:lnTo>
                  <a:pt x="3390" y="0"/>
                </a:lnTo>
                <a:lnTo>
                  <a:pt x="3522" y="0"/>
                </a:lnTo>
                <a:lnTo>
                  <a:pt x="3522" y="0"/>
                </a:lnTo>
                <a:lnTo>
                  <a:pt x="3538" y="2"/>
                </a:lnTo>
                <a:lnTo>
                  <a:pt x="3556" y="4"/>
                </a:lnTo>
                <a:lnTo>
                  <a:pt x="3590" y="4"/>
                </a:lnTo>
                <a:lnTo>
                  <a:pt x="3590" y="4"/>
                </a:lnTo>
                <a:lnTo>
                  <a:pt x="3640" y="4"/>
                </a:lnTo>
                <a:lnTo>
                  <a:pt x="3688" y="8"/>
                </a:lnTo>
                <a:lnTo>
                  <a:pt x="3736" y="16"/>
                </a:lnTo>
                <a:lnTo>
                  <a:pt x="3784" y="24"/>
                </a:lnTo>
                <a:lnTo>
                  <a:pt x="3832" y="34"/>
                </a:lnTo>
                <a:lnTo>
                  <a:pt x="3880" y="46"/>
                </a:lnTo>
                <a:lnTo>
                  <a:pt x="3974" y="72"/>
                </a:lnTo>
                <a:lnTo>
                  <a:pt x="3974" y="72"/>
                </a:lnTo>
                <a:lnTo>
                  <a:pt x="4038" y="92"/>
                </a:lnTo>
                <a:lnTo>
                  <a:pt x="4100" y="114"/>
                </a:lnTo>
                <a:lnTo>
                  <a:pt x="4160" y="140"/>
                </a:lnTo>
                <a:lnTo>
                  <a:pt x="4220" y="168"/>
                </a:lnTo>
                <a:lnTo>
                  <a:pt x="4278" y="196"/>
                </a:lnTo>
                <a:lnTo>
                  <a:pt x="4336" y="228"/>
                </a:lnTo>
                <a:lnTo>
                  <a:pt x="4392" y="264"/>
                </a:lnTo>
                <a:lnTo>
                  <a:pt x="4448" y="300"/>
                </a:lnTo>
                <a:lnTo>
                  <a:pt x="4448" y="300"/>
                </a:lnTo>
                <a:lnTo>
                  <a:pt x="4508" y="344"/>
                </a:lnTo>
                <a:lnTo>
                  <a:pt x="4568" y="390"/>
                </a:lnTo>
                <a:lnTo>
                  <a:pt x="4568" y="390"/>
                </a:lnTo>
                <a:lnTo>
                  <a:pt x="4576" y="396"/>
                </a:lnTo>
                <a:lnTo>
                  <a:pt x="4582" y="404"/>
                </a:lnTo>
                <a:lnTo>
                  <a:pt x="4588" y="414"/>
                </a:lnTo>
                <a:lnTo>
                  <a:pt x="4592" y="422"/>
                </a:lnTo>
                <a:lnTo>
                  <a:pt x="4592" y="422"/>
                </a:lnTo>
                <a:lnTo>
                  <a:pt x="4592" y="2788"/>
                </a:lnTo>
                <a:lnTo>
                  <a:pt x="4592" y="2788"/>
                </a:lnTo>
                <a:lnTo>
                  <a:pt x="4588" y="2798"/>
                </a:lnTo>
                <a:lnTo>
                  <a:pt x="4582" y="2808"/>
                </a:lnTo>
                <a:lnTo>
                  <a:pt x="4564" y="2824"/>
                </a:lnTo>
                <a:lnTo>
                  <a:pt x="4564" y="2824"/>
                </a:lnTo>
                <a:lnTo>
                  <a:pt x="4514" y="2862"/>
                </a:lnTo>
                <a:lnTo>
                  <a:pt x="4462" y="2900"/>
                </a:lnTo>
                <a:lnTo>
                  <a:pt x="4408" y="2936"/>
                </a:lnTo>
                <a:lnTo>
                  <a:pt x="4354" y="2970"/>
                </a:lnTo>
                <a:lnTo>
                  <a:pt x="4300" y="3002"/>
                </a:lnTo>
                <a:lnTo>
                  <a:pt x="4244" y="3032"/>
                </a:lnTo>
                <a:lnTo>
                  <a:pt x="4186" y="3062"/>
                </a:lnTo>
                <a:lnTo>
                  <a:pt x="4128" y="3090"/>
                </a:lnTo>
                <a:lnTo>
                  <a:pt x="4128" y="3090"/>
                </a:lnTo>
                <a:lnTo>
                  <a:pt x="4054" y="3122"/>
                </a:lnTo>
                <a:lnTo>
                  <a:pt x="3980" y="3152"/>
                </a:lnTo>
                <a:lnTo>
                  <a:pt x="3904" y="3180"/>
                </a:lnTo>
                <a:lnTo>
                  <a:pt x="3828" y="3206"/>
                </a:lnTo>
                <a:lnTo>
                  <a:pt x="3752" y="3232"/>
                </a:lnTo>
                <a:lnTo>
                  <a:pt x="3676" y="3254"/>
                </a:lnTo>
                <a:lnTo>
                  <a:pt x="3598" y="3276"/>
                </a:lnTo>
                <a:lnTo>
                  <a:pt x="3520" y="3296"/>
                </a:lnTo>
                <a:lnTo>
                  <a:pt x="3520" y="3296"/>
                </a:lnTo>
                <a:lnTo>
                  <a:pt x="3370" y="3334"/>
                </a:lnTo>
                <a:lnTo>
                  <a:pt x="3220" y="3368"/>
                </a:lnTo>
                <a:lnTo>
                  <a:pt x="2920" y="3432"/>
                </a:lnTo>
                <a:lnTo>
                  <a:pt x="2920" y="3432"/>
                </a:lnTo>
                <a:lnTo>
                  <a:pt x="2778" y="3462"/>
                </a:lnTo>
                <a:lnTo>
                  <a:pt x="2638" y="3492"/>
                </a:lnTo>
                <a:lnTo>
                  <a:pt x="2498" y="3528"/>
                </a:lnTo>
                <a:lnTo>
                  <a:pt x="2430" y="3546"/>
                </a:lnTo>
                <a:lnTo>
                  <a:pt x="2360" y="3566"/>
                </a:lnTo>
                <a:lnTo>
                  <a:pt x="2360" y="3566"/>
                </a:lnTo>
                <a:lnTo>
                  <a:pt x="2250" y="3602"/>
                </a:lnTo>
                <a:lnTo>
                  <a:pt x="2196" y="3622"/>
                </a:lnTo>
                <a:lnTo>
                  <a:pt x="2144" y="3642"/>
                </a:lnTo>
                <a:lnTo>
                  <a:pt x="2092" y="3666"/>
                </a:lnTo>
                <a:lnTo>
                  <a:pt x="2040" y="3690"/>
                </a:lnTo>
                <a:lnTo>
                  <a:pt x="1988" y="3716"/>
                </a:lnTo>
                <a:lnTo>
                  <a:pt x="1938" y="3744"/>
                </a:lnTo>
                <a:lnTo>
                  <a:pt x="1938" y="3744"/>
                </a:lnTo>
                <a:lnTo>
                  <a:pt x="1878" y="3782"/>
                </a:lnTo>
                <a:lnTo>
                  <a:pt x="1878" y="3782"/>
                </a:lnTo>
                <a:lnTo>
                  <a:pt x="1868" y="3788"/>
                </a:lnTo>
                <a:lnTo>
                  <a:pt x="1858" y="3792"/>
                </a:lnTo>
                <a:lnTo>
                  <a:pt x="1846" y="3796"/>
                </a:lnTo>
                <a:lnTo>
                  <a:pt x="1834" y="3796"/>
                </a:lnTo>
                <a:lnTo>
                  <a:pt x="1834" y="3796"/>
                </a:lnTo>
                <a:lnTo>
                  <a:pt x="444" y="3796"/>
                </a:lnTo>
                <a:lnTo>
                  <a:pt x="444" y="3796"/>
                </a:lnTo>
                <a:lnTo>
                  <a:pt x="432" y="3796"/>
                </a:lnTo>
                <a:lnTo>
                  <a:pt x="422" y="3792"/>
                </a:lnTo>
                <a:lnTo>
                  <a:pt x="414" y="3784"/>
                </a:lnTo>
                <a:lnTo>
                  <a:pt x="408" y="3774"/>
                </a:lnTo>
                <a:lnTo>
                  <a:pt x="408" y="3774"/>
                </a:lnTo>
                <a:lnTo>
                  <a:pt x="380" y="3714"/>
                </a:lnTo>
                <a:lnTo>
                  <a:pt x="354" y="3652"/>
                </a:lnTo>
                <a:lnTo>
                  <a:pt x="306" y="3528"/>
                </a:lnTo>
                <a:lnTo>
                  <a:pt x="306" y="3528"/>
                </a:lnTo>
                <a:lnTo>
                  <a:pt x="258" y="3396"/>
                </a:lnTo>
                <a:lnTo>
                  <a:pt x="214" y="3260"/>
                </a:lnTo>
                <a:lnTo>
                  <a:pt x="174" y="3124"/>
                </a:lnTo>
                <a:lnTo>
                  <a:pt x="140" y="2988"/>
                </a:lnTo>
                <a:lnTo>
                  <a:pt x="140" y="2988"/>
                </a:lnTo>
                <a:lnTo>
                  <a:pt x="112" y="2860"/>
                </a:lnTo>
                <a:lnTo>
                  <a:pt x="86" y="2734"/>
                </a:lnTo>
                <a:lnTo>
                  <a:pt x="64" y="2606"/>
                </a:lnTo>
                <a:lnTo>
                  <a:pt x="44" y="2478"/>
                </a:lnTo>
                <a:lnTo>
                  <a:pt x="44" y="2478"/>
                </a:lnTo>
                <a:lnTo>
                  <a:pt x="24" y="2316"/>
                </a:lnTo>
                <a:lnTo>
                  <a:pt x="14" y="2236"/>
                </a:lnTo>
                <a:lnTo>
                  <a:pt x="8" y="2154"/>
                </a:lnTo>
                <a:lnTo>
                  <a:pt x="8" y="2154"/>
                </a:lnTo>
                <a:lnTo>
                  <a:pt x="6" y="2086"/>
                </a:lnTo>
                <a:lnTo>
                  <a:pt x="4" y="2020"/>
                </a:lnTo>
                <a:lnTo>
                  <a:pt x="4" y="2020"/>
                </a:lnTo>
                <a:lnTo>
                  <a:pt x="2" y="1972"/>
                </a:lnTo>
                <a:lnTo>
                  <a:pt x="2" y="1948"/>
                </a:lnTo>
                <a:lnTo>
                  <a:pt x="0" y="1924"/>
                </a:lnTo>
                <a:lnTo>
                  <a:pt x="0" y="1924"/>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7694195" y="2191647"/>
            <a:ext cx="4021613" cy="3160282"/>
          </a:xfrm>
          <a:prstGeom prst="rect">
            <a:avLst/>
          </a:prstGeom>
        </p:spPr>
        <p:txBody>
          <a:bodyPr anchor="ctr">
            <a:normAutofit/>
          </a:bodyPr>
          <a:lstStyle>
            <a:lvl1pPr marL="0" indent="0">
              <a:buNone/>
              <a:defRPr sz="3600">
                <a:solidFill>
                  <a:schemeClr val="bg1"/>
                </a:solidFill>
              </a:defRPr>
            </a:lvl1pPr>
            <a:lvl2pPr marL="457200" indent="0">
              <a:buNone/>
              <a:defRPr sz="6000">
                <a:solidFill>
                  <a:schemeClr val="bg1"/>
                </a:solidFill>
              </a:defRPr>
            </a:lvl2pPr>
          </a:lstStyle>
          <a:p>
            <a:pPr lvl="0"/>
            <a:r>
              <a:rPr lang="en-US" dirty="0"/>
              <a:t>Click to insert section title</a:t>
            </a:r>
          </a:p>
        </p:txBody>
      </p:sp>
      <p:sp>
        <p:nvSpPr>
          <p:cNvPr id="8"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0" y="-1588"/>
            <a:ext cx="6654800" cy="6859588"/>
          </a:xfrm>
          <a:prstGeom prst="rect">
            <a:avLst/>
          </a:prstGeom>
        </p:spPr>
        <p:txBody>
          <a:bodyPr anchor="ctr"/>
          <a:lstStyle>
            <a:lvl1pPr marL="0" indent="0" algn="ctr">
              <a:buNone/>
              <a:defRPr/>
            </a:lvl1pPr>
          </a:lstStyle>
          <a:p>
            <a:r>
              <a:rPr lang="en-US" dirty="0"/>
              <a:t>Click icon to add picture</a:t>
            </a:r>
            <a:endParaRPr lang="pt-PT"/>
          </a:p>
        </p:txBody>
      </p:sp>
    </p:spTree>
    <p:extLst>
      <p:ext uri="{BB962C8B-B14F-4D97-AF65-F5344CB8AC3E}">
        <p14:creationId xmlns:p14="http://schemas.microsoft.com/office/powerpoint/2010/main" val="36832147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grpSp>
        <p:nvGrpSpPr>
          <p:cNvPr id="13" name="Groupe 12">
            <a:extLst>
              <a:ext uri="{FF2B5EF4-FFF2-40B4-BE49-F238E27FC236}">
                <a16:creationId xmlns:a16="http://schemas.microsoft.com/office/drawing/2014/main" id="{8DC6A54A-9BF8-4F66-8401-A8591C494FA5}"/>
              </a:ext>
            </a:extLst>
          </p:cNvPr>
          <p:cNvGrpSpPr/>
          <p:nvPr userDrawn="1"/>
        </p:nvGrpSpPr>
        <p:grpSpPr>
          <a:xfrm>
            <a:off x="0" y="0"/>
            <a:ext cx="7102050" cy="6410325"/>
            <a:chOff x="4563414" y="273880"/>
            <a:chExt cx="7102050" cy="6410325"/>
          </a:xfrm>
        </p:grpSpPr>
        <p:sp>
          <p:nvSpPr>
            <p:cNvPr id="5" name="Forme libre : forme 4">
              <a:extLst>
                <a:ext uri="{FF2B5EF4-FFF2-40B4-BE49-F238E27FC236}">
                  <a16:creationId xmlns:a16="http://schemas.microsoft.com/office/drawing/2014/main" id="{FC158D16-9C05-4713-8244-FC00FD82627D}"/>
                </a:ext>
              </a:extLst>
            </p:cNvPr>
            <p:cNvSpPr/>
            <p:nvPr/>
          </p:nvSpPr>
          <p:spPr>
            <a:xfrm>
              <a:off x="6350514" y="273880"/>
              <a:ext cx="5314950" cy="6400800"/>
            </a:xfrm>
            <a:custGeom>
              <a:avLst/>
              <a:gdLst>
                <a:gd name="connsiteX0" fmla="*/ 1655948 w 5314950"/>
                <a:gd name="connsiteY0" fmla="*/ 6400990 h 6400800"/>
                <a:gd name="connsiteX1" fmla="*/ 1648518 w 5314950"/>
                <a:gd name="connsiteY1" fmla="*/ 6401467 h 6400800"/>
                <a:gd name="connsiteX2" fmla="*/ 5313548 w 5314950"/>
                <a:gd name="connsiteY2" fmla="*/ 3303080 h 6400800"/>
                <a:gd name="connsiteX3" fmla="*/ 4721188 w 5314950"/>
                <a:gd name="connsiteY3" fmla="*/ 7144 h 6400800"/>
                <a:gd name="connsiteX4" fmla="*/ 1686428 w 5314950"/>
                <a:gd name="connsiteY4" fmla="*/ 7144 h 6400800"/>
                <a:gd name="connsiteX5" fmla="*/ 1655948 w 5314950"/>
                <a:gd name="connsiteY5" fmla="*/ 6400990 h 640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4950" h="6400800">
                  <a:moveTo>
                    <a:pt x="1655948" y="6400990"/>
                  </a:moveTo>
                  <a:cubicBezTo>
                    <a:pt x="1653471" y="6401181"/>
                    <a:pt x="1650995" y="6401276"/>
                    <a:pt x="1648518" y="6401467"/>
                  </a:cubicBezTo>
                  <a:cubicBezTo>
                    <a:pt x="3466746" y="6339364"/>
                    <a:pt x="5047229" y="5231797"/>
                    <a:pt x="5313548" y="3303080"/>
                  </a:cubicBezTo>
                  <a:cubicBezTo>
                    <a:pt x="3798787" y="2465451"/>
                    <a:pt x="4580790" y="1653159"/>
                    <a:pt x="4721188" y="7144"/>
                  </a:cubicBezTo>
                  <a:lnTo>
                    <a:pt x="1686428" y="7144"/>
                  </a:lnTo>
                  <a:cubicBezTo>
                    <a:pt x="1417442" y="2445163"/>
                    <a:pt x="-1934406" y="6146102"/>
                    <a:pt x="1655948" y="6400990"/>
                  </a:cubicBezTo>
                  <a:close/>
                </a:path>
              </a:pathLst>
            </a:custGeom>
            <a:solidFill>
              <a:srgbClr val="0075B3"/>
            </a:solidFill>
            <a:ln w="9525" cap="flat">
              <a:noFill/>
              <a:prstDash val="solid"/>
              <a:miter/>
            </a:ln>
          </p:spPr>
          <p:txBody>
            <a:bodyPr rtlCol="0" anchor="ctr"/>
            <a:lstStyle/>
            <a:p>
              <a:endParaRPr lang="en-US" dirty="0"/>
            </a:p>
          </p:txBody>
        </p:sp>
        <p:sp>
          <p:nvSpPr>
            <p:cNvPr id="12" name="Forme libre : forme 11">
              <a:extLst>
                <a:ext uri="{FF2B5EF4-FFF2-40B4-BE49-F238E27FC236}">
                  <a16:creationId xmlns:a16="http://schemas.microsoft.com/office/drawing/2014/main" id="{68C303D7-566A-4588-87A6-E7E84D1C38CA}"/>
                </a:ext>
              </a:extLst>
            </p:cNvPr>
            <p:cNvSpPr/>
            <p:nvPr/>
          </p:nvSpPr>
          <p:spPr>
            <a:xfrm>
              <a:off x="4563414" y="273880"/>
              <a:ext cx="3486150" cy="6410325"/>
            </a:xfrm>
            <a:custGeom>
              <a:avLst/>
              <a:gdLst>
                <a:gd name="connsiteX0" fmla="*/ 3447193 w 3486150"/>
                <a:gd name="connsiteY0" fmla="*/ 6401372 h 6410325"/>
                <a:gd name="connsiteX1" fmla="*/ 3454622 w 3486150"/>
                <a:gd name="connsiteY1" fmla="*/ 6400896 h 6410325"/>
                <a:gd name="connsiteX2" fmla="*/ 3485103 w 3486150"/>
                <a:gd name="connsiteY2" fmla="*/ 7144 h 6410325"/>
                <a:gd name="connsiteX3" fmla="*/ 978789 w 3486150"/>
                <a:gd name="connsiteY3" fmla="*/ 7144 h 6410325"/>
                <a:gd name="connsiteX4" fmla="*/ 7144 w 3486150"/>
                <a:gd name="connsiteY4" fmla="*/ 7144 h 6410325"/>
                <a:gd name="connsiteX5" fmla="*/ 7144 w 3486150"/>
                <a:gd name="connsiteY5" fmla="*/ 5378482 h 6410325"/>
                <a:gd name="connsiteX6" fmla="*/ 3447193 w 3486150"/>
                <a:gd name="connsiteY6" fmla="*/ 6401372 h 641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6150" h="6410325">
                  <a:moveTo>
                    <a:pt x="3447193" y="6401372"/>
                  </a:moveTo>
                  <a:cubicBezTo>
                    <a:pt x="3449670" y="6401181"/>
                    <a:pt x="3452146" y="6401086"/>
                    <a:pt x="3454622" y="6400896"/>
                  </a:cubicBezTo>
                  <a:cubicBezTo>
                    <a:pt x="-135731" y="6146102"/>
                    <a:pt x="3216116" y="2445163"/>
                    <a:pt x="3485103" y="7144"/>
                  </a:cubicBezTo>
                  <a:lnTo>
                    <a:pt x="978789" y="7144"/>
                  </a:lnTo>
                  <a:lnTo>
                    <a:pt x="7144" y="7144"/>
                  </a:lnTo>
                  <a:lnTo>
                    <a:pt x="7144" y="5378482"/>
                  </a:lnTo>
                  <a:cubicBezTo>
                    <a:pt x="997268" y="6099239"/>
                    <a:pt x="2192465" y="6483097"/>
                    <a:pt x="3447193" y="6401372"/>
                  </a:cubicBezTo>
                  <a:close/>
                </a:path>
              </a:pathLst>
            </a:custGeom>
            <a:solidFill>
              <a:schemeClr val="accent3"/>
            </a:solidFill>
            <a:ln w="9525" cap="flat">
              <a:noFill/>
              <a:prstDash val="solid"/>
              <a:miter/>
            </a:ln>
          </p:spPr>
          <p:txBody>
            <a:bodyPr rtlCol="0" anchor="ctr"/>
            <a:lstStyle/>
            <a:p>
              <a:endParaRPr lang="en-US" dirty="0"/>
            </a:p>
          </p:txBody>
        </p:sp>
      </p:grpSp>
      <p:graphicFrame>
        <p:nvGraphicFramePr>
          <p:cNvPr id="10" name="Object 9"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0" name="Object 9"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4656000" y="0"/>
            <a:ext cx="7536000" cy="6859588"/>
          </a:xfrm>
          <a:prstGeom prst="rect">
            <a:avLst/>
          </a:prstGeom>
        </p:spPr>
        <p:txBody>
          <a:bodyPr anchor="ctr"/>
          <a:lstStyle>
            <a:lvl1pPr marL="0" indent="0" algn="ctr">
              <a:buNone/>
              <a:defRPr/>
            </a:lvl1pPr>
          </a:lstStyle>
          <a:p>
            <a:r>
              <a:rPr lang="en-US" dirty="0"/>
              <a:t>Click icon to add picture</a:t>
            </a:r>
            <a:endParaRPr lang="pt-PT" dirty="0"/>
          </a:p>
        </p:txBody>
      </p:sp>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460708" y="1197000"/>
            <a:ext cx="4195292" cy="1902287"/>
          </a:xfrm>
          <a:prstGeom prst="rect">
            <a:avLst/>
          </a:prstGeom>
        </p:spPr>
        <p:txBody>
          <a:bodyPr>
            <a:noAutofit/>
          </a:bodyPr>
          <a:lstStyle>
            <a:lvl1pPr marL="0" indent="0">
              <a:buNone/>
              <a:defRPr sz="3600">
                <a:solidFill>
                  <a:schemeClr val="bg1"/>
                </a:solidFill>
              </a:defRPr>
            </a:lvl1pPr>
            <a:lvl2pPr marL="457200" indent="0">
              <a:buNone/>
              <a:defRPr sz="6000">
                <a:solidFill>
                  <a:schemeClr val="bg1"/>
                </a:solidFill>
              </a:defRPr>
            </a:lvl2pPr>
          </a:lstStyle>
          <a:p>
            <a:pPr lvl="0"/>
            <a:r>
              <a:rPr lang="en-US" dirty="0"/>
              <a:t>Click to insert section title</a:t>
            </a:r>
            <a:endParaRPr lang="pt-PT" dirty="0"/>
          </a:p>
        </p:txBody>
      </p:sp>
    </p:spTree>
    <p:extLst>
      <p:ext uri="{BB962C8B-B14F-4D97-AF65-F5344CB8AC3E}">
        <p14:creationId xmlns:p14="http://schemas.microsoft.com/office/powerpoint/2010/main" val="2481299528"/>
      </p:ext>
    </p:extLst>
  </p:cSld>
  <p:clrMapOvr>
    <a:masterClrMapping/>
  </p:clrMapOvr>
  <p:extLst>
    <p:ext uri="{DCECCB84-F9BA-43D5-87BE-67443E8EF086}">
      <p15:sldGuideLst xmlns:p15="http://schemas.microsoft.com/office/powerpoint/2012/main">
        <p15:guide id="1" pos="279">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sp>
        <p:nvSpPr>
          <p:cNvPr id="8"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2711624" y="0"/>
            <a:ext cx="9479298" cy="6859588"/>
          </a:xfrm>
          <a:prstGeom prst="rect">
            <a:avLst/>
          </a:prstGeom>
        </p:spPr>
        <p:txBody>
          <a:bodyPr anchor="ctr"/>
          <a:lstStyle>
            <a:lvl1pPr marL="0" indent="0" algn="ctr">
              <a:buNone/>
              <a:defRPr/>
            </a:lvl1pPr>
          </a:lstStyle>
          <a:p>
            <a:r>
              <a:rPr lang="en-US" dirty="0"/>
              <a:t>Click icon to add picture</a:t>
            </a:r>
            <a:endParaRPr lang="pt-PT" dirty="0"/>
          </a:p>
        </p:txBody>
      </p:sp>
      <p:sp>
        <p:nvSpPr>
          <p:cNvPr id="14" name="Freeform 5">
            <a:extLst>
              <a:ext uri="{FF2B5EF4-FFF2-40B4-BE49-F238E27FC236}">
                <a16:creationId xmlns:a16="http://schemas.microsoft.com/office/drawing/2014/main" id="{097E2B3C-7165-47CD-8F90-29BD547B5A2B}"/>
              </a:ext>
            </a:extLst>
          </p:cNvPr>
          <p:cNvSpPr>
            <a:spLocks noChangeAspect="1"/>
          </p:cNvSpPr>
          <p:nvPr userDrawn="1"/>
        </p:nvSpPr>
        <p:spPr bwMode="auto">
          <a:xfrm>
            <a:off x="0" y="0"/>
            <a:ext cx="8178684" cy="8469560"/>
          </a:xfrm>
          <a:custGeom>
            <a:avLst/>
            <a:gdLst>
              <a:gd name="T0" fmla="*/ 1453 w 1637"/>
              <a:gd name="T1" fmla="*/ 0 h 1514"/>
              <a:gd name="T2" fmla="*/ 1238 w 1637"/>
              <a:gd name="T3" fmla="*/ 495 h 1514"/>
              <a:gd name="T4" fmla="*/ 763 w 1637"/>
              <a:gd name="T5" fmla="*/ 1047 h 1514"/>
              <a:gd name="T6" fmla="*/ 0 w 1637"/>
              <a:gd name="T7" fmla="*/ 1449 h 1514"/>
              <a:gd name="T8" fmla="*/ 0 w 1637"/>
              <a:gd name="T9" fmla="*/ 0 h 1514"/>
              <a:gd name="T10" fmla="*/ 1453 w 1637"/>
              <a:gd name="T11" fmla="*/ 0 h 1514"/>
            </a:gdLst>
            <a:ahLst/>
            <a:cxnLst>
              <a:cxn ang="0">
                <a:pos x="T0" y="T1"/>
              </a:cxn>
              <a:cxn ang="0">
                <a:pos x="T2" y="T3"/>
              </a:cxn>
              <a:cxn ang="0">
                <a:pos x="T4" y="T5"/>
              </a:cxn>
              <a:cxn ang="0">
                <a:pos x="T6" y="T7"/>
              </a:cxn>
              <a:cxn ang="0">
                <a:pos x="T8" y="T9"/>
              </a:cxn>
              <a:cxn ang="0">
                <a:pos x="T10" y="T11"/>
              </a:cxn>
            </a:cxnLst>
            <a:rect l="0" t="0" r="r" b="b"/>
            <a:pathLst>
              <a:path w="1637" h="1514">
                <a:moveTo>
                  <a:pt x="1453" y="0"/>
                </a:moveTo>
                <a:cubicBezTo>
                  <a:pt x="1453" y="0"/>
                  <a:pt x="1637" y="326"/>
                  <a:pt x="1238" y="495"/>
                </a:cubicBezTo>
                <a:cubicBezTo>
                  <a:pt x="840" y="663"/>
                  <a:pt x="594" y="755"/>
                  <a:pt x="763" y="1047"/>
                </a:cubicBezTo>
                <a:cubicBezTo>
                  <a:pt x="230" y="1514"/>
                  <a:pt x="0" y="1449"/>
                  <a:pt x="0" y="1449"/>
                </a:cubicBezTo>
                <a:cubicBezTo>
                  <a:pt x="0" y="0"/>
                  <a:pt x="0" y="0"/>
                  <a:pt x="0" y="0"/>
                </a:cubicBezTo>
                <a:lnTo>
                  <a:pt x="145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aphicFrame>
        <p:nvGraphicFramePr>
          <p:cNvPr id="10" name="Object 9"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0" name="Object 9"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460708" y="662617"/>
            <a:ext cx="5419268" cy="1902287"/>
          </a:xfrm>
          <a:prstGeom prst="rect">
            <a:avLst/>
          </a:prstGeom>
        </p:spPr>
        <p:txBody>
          <a:bodyPr>
            <a:noAutofit/>
          </a:bodyPr>
          <a:lstStyle>
            <a:lvl1pPr marL="0" indent="0">
              <a:buNone/>
              <a:defRPr sz="3600">
                <a:solidFill>
                  <a:schemeClr val="bg1"/>
                </a:solidFill>
              </a:defRPr>
            </a:lvl1pPr>
            <a:lvl2pPr marL="457200" indent="0">
              <a:buNone/>
              <a:defRPr sz="6000">
                <a:solidFill>
                  <a:schemeClr val="bg1"/>
                </a:solidFill>
              </a:defRPr>
            </a:lvl2pPr>
          </a:lstStyle>
          <a:p>
            <a:pPr lvl="0"/>
            <a:r>
              <a:rPr lang="en-US" dirty="0"/>
              <a:t>Click to insert section title</a:t>
            </a:r>
            <a:endParaRPr lang="pt-PT" dirty="0"/>
          </a:p>
        </p:txBody>
      </p:sp>
    </p:spTree>
    <p:extLst>
      <p:ext uri="{BB962C8B-B14F-4D97-AF65-F5344CB8AC3E}">
        <p14:creationId xmlns:p14="http://schemas.microsoft.com/office/powerpoint/2010/main" val="2700268769"/>
      </p:ext>
    </p:extLst>
  </p:cSld>
  <p:clrMapOvr>
    <a:masterClrMapping/>
  </p:clrMapOvr>
  <p:extLst>
    <p:ext uri="{DCECCB84-F9BA-43D5-87BE-67443E8EF086}">
      <p15:sldGuideLst xmlns:p15="http://schemas.microsoft.com/office/powerpoint/2012/main">
        <p15:guide id="1" pos="27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break 1 (presentation)">
    <p:bg>
      <p:bgPr>
        <a:solidFill>
          <a:schemeClr val="accent1"/>
        </a:solidFill>
        <a:effectLst/>
      </p:bgPr>
    </p:bg>
    <p:spTree>
      <p:nvGrpSpPr>
        <p:cNvPr id="1" name=""/>
        <p:cNvGrpSpPr/>
        <p:nvPr/>
      </p:nvGrpSpPr>
      <p:grpSpPr>
        <a:xfrm>
          <a:off x="0" y="0"/>
          <a:ext cx="0" cy="0"/>
          <a:chOff x="0" y="0"/>
          <a:chExt cx="0" cy="0"/>
        </a:xfrm>
      </p:grpSpPr>
      <p:sp>
        <p:nvSpPr>
          <p:cNvPr id="256" name="Freeform 13">
            <a:extLst>
              <a:ext uri="{FF2B5EF4-FFF2-40B4-BE49-F238E27FC236}">
                <a16:creationId xmlns:a16="http://schemas.microsoft.com/office/drawing/2014/main" id="{25056D0A-F6A8-442B-8FEF-B02418FD5A83}"/>
              </a:ext>
            </a:extLst>
          </p:cNvPr>
          <p:cNvSpPr>
            <a:spLocks noChangeAspect="1"/>
          </p:cNvSpPr>
          <p:nvPr userDrawn="1"/>
        </p:nvSpPr>
        <p:spPr bwMode="auto">
          <a:xfrm rot="16200000" flipH="1" flipV="1">
            <a:off x="7479358" y="2150328"/>
            <a:ext cx="6867941" cy="2557343"/>
          </a:xfrm>
          <a:custGeom>
            <a:avLst/>
            <a:gdLst>
              <a:gd name="T0" fmla="*/ 0 w 1222"/>
              <a:gd name="T1" fmla="*/ 0 h 932"/>
              <a:gd name="T2" fmla="*/ 0 w 1222"/>
              <a:gd name="T3" fmla="*/ 567 h 932"/>
              <a:gd name="T4" fmla="*/ 425 w 1222"/>
              <a:gd name="T5" fmla="*/ 929 h 932"/>
              <a:gd name="T6" fmla="*/ 804 w 1222"/>
              <a:gd name="T7" fmla="*/ 575 h 932"/>
              <a:gd name="T8" fmla="*/ 1222 w 1222"/>
              <a:gd name="T9" fmla="*/ 700 h 932"/>
              <a:gd name="T10" fmla="*/ 1222 w 1222"/>
              <a:gd name="T11" fmla="*/ 0 h 932"/>
              <a:gd name="T12" fmla="*/ 0 w 1222"/>
              <a:gd name="T13" fmla="*/ 0 h 932"/>
            </a:gdLst>
            <a:ahLst/>
            <a:cxnLst>
              <a:cxn ang="0">
                <a:pos x="T0" y="T1"/>
              </a:cxn>
              <a:cxn ang="0">
                <a:pos x="T2" y="T3"/>
              </a:cxn>
              <a:cxn ang="0">
                <a:pos x="T4" y="T5"/>
              </a:cxn>
              <a:cxn ang="0">
                <a:pos x="T6" y="T7"/>
              </a:cxn>
              <a:cxn ang="0">
                <a:pos x="T8" y="T9"/>
              </a:cxn>
              <a:cxn ang="0">
                <a:pos x="T10" y="T11"/>
              </a:cxn>
              <a:cxn ang="0">
                <a:pos x="T12" y="T13"/>
              </a:cxn>
            </a:cxnLst>
            <a:rect l="0" t="0" r="r" b="b"/>
            <a:pathLst>
              <a:path w="1222" h="932">
                <a:moveTo>
                  <a:pt x="0" y="0"/>
                </a:moveTo>
                <a:cubicBezTo>
                  <a:pt x="0" y="567"/>
                  <a:pt x="0" y="567"/>
                  <a:pt x="0" y="567"/>
                </a:cubicBezTo>
                <a:cubicBezTo>
                  <a:pt x="0" y="567"/>
                  <a:pt x="111" y="924"/>
                  <a:pt x="425" y="929"/>
                </a:cubicBezTo>
                <a:cubicBezTo>
                  <a:pt x="610" y="932"/>
                  <a:pt x="681" y="819"/>
                  <a:pt x="804" y="575"/>
                </a:cubicBezTo>
                <a:cubicBezTo>
                  <a:pt x="953" y="597"/>
                  <a:pt x="1096" y="638"/>
                  <a:pt x="1222" y="700"/>
                </a:cubicBezTo>
                <a:cubicBezTo>
                  <a:pt x="1222" y="0"/>
                  <a:pt x="1222" y="0"/>
                  <a:pt x="1222" y="0"/>
                </a:cubicBezTo>
                <a:lnTo>
                  <a:pt x="0" y="0"/>
                </a:lnTo>
                <a:close/>
              </a:path>
            </a:pathLst>
          </a:custGeom>
          <a:solidFill>
            <a:schemeClr val="bg1"/>
          </a:solidFill>
          <a:ln>
            <a:noFill/>
          </a:ln>
          <a:effectLst/>
        </p:spPr>
        <p:txBody>
          <a:bodyPr vert="horz" wrap="square" lIns="121920" tIns="60960" rIns="121920" bIns="60960" numCol="1" anchor="t" anchorCtr="0" compatLnSpc="1">
            <a:prstTxWarp prst="textNoShape">
              <a:avLst/>
            </a:prstTxWarp>
          </a:bodyPr>
          <a:lstStyle/>
          <a:p>
            <a:endParaRPr lang="en-US" sz="2400" dirty="0"/>
          </a:p>
        </p:txBody>
      </p:sp>
      <p:sp>
        <p:nvSpPr>
          <p:cNvPr id="259" name="Titre 1">
            <a:extLst>
              <a:ext uri="{FF2B5EF4-FFF2-40B4-BE49-F238E27FC236}">
                <a16:creationId xmlns:a16="http://schemas.microsoft.com/office/drawing/2014/main" id="{FA98AEB8-061D-41B1-8B3D-F8B62456D8D9}"/>
              </a:ext>
            </a:extLst>
          </p:cNvPr>
          <p:cNvSpPr>
            <a:spLocks noGrp="1"/>
          </p:cNvSpPr>
          <p:nvPr userDrawn="1">
            <p:ph type="ctrTitle" hasCustomPrompt="1"/>
          </p:nvPr>
        </p:nvSpPr>
        <p:spPr>
          <a:xfrm>
            <a:off x="584598" y="978131"/>
            <a:ext cx="8026069" cy="2751813"/>
          </a:xfrm>
          <a:prstGeom prst="rect">
            <a:avLst/>
          </a:prstGeom>
        </p:spPr>
        <p:txBody>
          <a:bodyPr anchor="b" anchorCtr="0">
            <a:noAutofit/>
          </a:bodyPr>
          <a:lstStyle>
            <a:lvl1pPr algn="l">
              <a:lnSpc>
                <a:spcPts val="6133"/>
              </a:lnSpc>
              <a:defRPr sz="4400" baseline="0">
                <a:solidFill>
                  <a:schemeClr val="bg1"/>
                </a:solidFill>
              </a:defRPr>
            </a:lvl1pPr>
          </a:lstStyle>
          <a:p>
            <a:pPr lvl="0"/>
            <a:r>
              <a:rPr lang="en-US" dirty="0"/>
              <a:t>Click to insert section title</a:t>
            </a:r>
            <a:endParaRPr lang="pt-PT" dirty="0"/>
          </a:p>
        </p:txBody>
      </p:sp>
      <p:sp>
        <p:nvSpPr>
          <p:cNvPr id="260" name="Sous-titre 2">
            <a:extLst>
              <a:ext uri="{FF2B5EF4-FFF2-40B4-BE49-F238E27FC236}">
                <a16:creationId xmlns:a16="http://schemas.microsoft.com/office/drawing/2014/main" id="{56C34801-49BF-47C5-9121-10AB164315A4}"/>
              </a:ext>
            </a:extLst>
          </p:cNvPr>
          <p:cNvSpPr>
            <a:spLocks noGrp="1"/>
          </p:cNvSpPr>
          <p:nvPr userDrawn="1">
            <p:ph type="subTitle" idx="1"/>
          </p:nvPr>
        </p:nvSpPr>
        <p:spPr>
          <a:xfrm>
            <a:off x="584597" y="3888939"/>
            <a:ext cx="6988463" cy="1752600"/>
          </a:xfrm>
          <a:prstGeom prst="rect">
            <a:avLst/>
          </a:prstGeom>
        </p:spPr>
        <p:txBody>
          <a:bodyPr/>
          <a:lstStyle>
            <a:lvl1pPr marL="0" indent="0" algn="l">
              <a:spcBef>
                <a:spcPts val="0"/>
              </a:spcBef>
              <a:buNone/>
              <a:defRPr b="0">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fr-FR" dirty="0"/>
          </a:p>
        </p:txBody>
      </p:sp>
      <p:grpSp>
        <p:nvGrpSpPr>
          <p:cNvPr id="258" name="Groupe 257">
            <a:extLst>
              <a:ext uri="{FF2B5EF4-FFF2-40B4-BE49-F238E27FC236}">
                <a16:creationId xmlns:a16="http://schemas.microsoft.com/office/drawing/2014/main" id="{75BB07C4-C16B-43EA-BE3C-52AE5AB6EDEA}"/>
              </a:ext>
            </a:extLst>
          </p:cNvPr>
          <p:cNvGrpSpPr/>
          <p:nvPr userDrawn="1"/>
        </p:nvGrpSpPr>
        <p:grpSpPr>
          <a:xfrm>
            <a:off x="11501102" y="171573"/>
            <a:ext cx="419436" cy="388988"/>
            <a:chOff x="11501102" y="171573"/>
            <a:chExt cx="419436" cy="388988"/>
          </a:xfrm>
        </p:grpSpPr>
        <p:sp>
          <p:nvSpPr>
            <p:cNvPr id="264" name="Freeform 13">
              <a:extLst>
                <a:ext uri="{FF2B5EF4-FFF2-40B4-BE49-F238E27FC236}">
                  <a16:creationId xmlns:a16="http://schemas.microsoft.com/office/drawing/2014/main" id="{A9780485-C4BF-4ECA-8A72-83A10A3277B4}"/>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65" name="Freeform 14">
              <a:extLst>
                <a:ext uri="{FF2B5EF4-FFF2-40B4-BE49-F238E27FC236}">
                  <a16:creationId xmlns:a16="http://schemas.microsoft.com/office/drawing/2014/main" id="{84801B76-5710-4A84-B7A8-D575F34FB8B9}"/>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5709139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890277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inal Slide 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4">
            <a:extLst>
              <a:ext uri="{FF2B5EF4-FFF2-40B4-BE49-F238E27FC236}">
                <a16:creationId xmlns:a16="http://schemas.microsoft.com/office/drawing/2014/main" id="{AEFD73FD-4310-4FE6-83F6-4ADDF1642E27}"/>
              </a:ext>
            </a:extLst>
          </p:cNvPr>
          <p:cNvSpPr>
            <a:spLocks/>
          </p:cNvSpPr>
          <p:nvPr userDrawn="1"/>
        </p:nvSpPr>
        <p:spPr bwMode="auto">
          <a:xfrm>
            <a:off x="1" y="0"/>
            <a:ext cx="5942703" cy="6858000"/>
          </a:xfrm>
          <a:custGeom>
            <a:avLst/>
            <a:gdLst>
              <a:gd name="connsiteX0" fmla="*/ 0 w 5942703"/>
              <a:gd name="connsiteY0" fmla="*/ 0 h 6858000"/>
              <a:gd name="connsiteX1" fmla="*/ 1934854 w 5942703"/>
              <a:gd name="connsiteY1" fmla="*/ 0 h 6858000"/>
              <a:gd name="connsiteX2" fmla="*/ 2016936 w 5942703"/>
              <a:gd name="connsiteY2" fmla="*/ 210681 h 6858000"/>
              <a:gd name="connsiteX3" fmla="*/ 5381513 w 5942703"/>
              <a:gd name="connsiteY3" fmla="*/ 2418544 h 6858000"/>
              <a:gd name="connsiteX4" fmla="*/ 3933862 w 5942703"/>
              <a:gd name="connsiteY4" fmla="*/ 6759409 h 6858000"/>
              <a:gd name="connsiteX5" fmla="*/ 3795861 w 5942703"/>
              <a:gd name="connsiteY5" fmla="*/ 6858000 h 6858000"/>
              <a:gd name="connsiteX6" fmla="*/ 0 w 59427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2703" h="6858000">
                <a:moveTo>
                  <a:pt x="0" y="0"/>
                </a:moveTo>
                <a:lnTo>
                  <a:pt x="1934854" y="0"/>
                </a:lnTo>
                <a:lnTo>
                  <a:pt x="2016936" y="210681"/>
                </a:lnTo>
                <a:cubicBezTo>
                  <a:pt x="3206701" y="3025068"/>
                  <a:pt x="5838311" y="3712297"/>
                  <a:pt x="5381513" y="2418544"/>
                </a:cubicBezTo>
                <a:cubicBezTo>
                  <a:pt x="6119798" y="2697936"/>
                  <a:pt x="6539698" y="4845048"/>
                  <a:pt x="3933862" y="6759409"/>
                </a:cubicBezTo>
                <a:lnTo>
                  <a:pt x="3795861" y="6858000"/>
                </a:lnTo>
                <a:lnTo>
                  <a:pt x="0" y="6858000"/>
                </a:ln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grpSp>
        <p:nvGrpSpPr>
          <p:cNvPr id="2" name="Group 5">
            <a:extLst>
              <a:ext uri="{FF2B5EF4-FFF2-40B4-BE49-F238E27FC236}">
                <a16:creationId xmlns:a16="http://schemas.microsoft.com/office/drawing/2014/main" id="{D1D61DEE-13C9-4E34-97DE-432882EEB993}"/>
              </a:ext>
            </a:extLst>
          </p:cNvPr>
          <p:cNvGrpSpPr/>
          <p:nvPr userDrawn="1"/>
        </p:nvGrpSpPr>
        <p:grpSpPr>
          <a:xfrm>
            <a:off x="4979035" y="2404110"/>
            <a:ext cx="735013" cy="682321"/>
            <a:chOff x="5662614" y="3032124"/>
            <a:chExt cx="863600" cy="801689"/>
          </a:xfrm>
        </p:grpSpPr>
        <p:sp>
          <p:nvSpPr>
            <p:cNvPr id="30" name="Freeform 9">
              <a:extLst>
                <a:ext uri="{FF2B5EF4-FFF2-40B4-BE49-F238E27FC236}">
                  <a16:creationId xmlns:a16="http://schemas.microsoft.com/office/drawing/2014/main" id="{CA8EB9FD-9EF8-467D-92C6-8B7B687106BA}"/>
                </a:ext>
              </a:extLst>
            </p:cNvPr>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1" name="Freeform 12">
              <a:extLst>
                <a:ext uri="{FF2B5EF4-FFF2-40B4-BE49-F238E27FC236}">
                  <a16:creationId xmlns:a16="http://schemas.microsoft.com/office/drawing/2014/main" id="{ED2560F6-388B-43F0-89C8-492914F4382E}"/>
                </a:ext>
              </a:extLst>
            </p:cNvPr>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4" name="Rectangle 13"/>
          <p:cNvSpPr/>
          <p:nvPr userDrawn="1"/>
        </p:nvSpPr>
        <p:spPr>
          <a:xfrm>
            <a:off x="6536185" y="2886346"/>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dirty="0">
                <a:solidFill>
                  <a:schemeClr val="tx1"/>
                </a:solidFill>
                <a:effectLst/>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dirty="0">
              <a:solidFill>
                <a:schemeClr val="tx1"/>
              </a:solidFill>
              <a:effectLst/>
            </a:endParaRPr>
          </a:p>
        </p:txBody>
      </p:sp>
      <p:sp>
        <p:nvSpPr>
          <p:cNvPr id="15" name="Rectangle 14"/>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sp>
        <p:nvSpPr>
          <p:cNvPr id="16" name="Rectangle 15"/>
          <p:cNvSpPr/>
          <p:nvPr userDrawn="1"/>
        </p:nvSpPr>
        <p:spPr>
          <a:xfrm>
            <a:off x="6536184" y="4461866"/>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tx1"/>
                </a:solidFill>
                <a:effectLst/>
              </a:rPr>
              <a:t>Get the Future You Want </a:t>
            </a:r>
            <a:r>
              <a:rPr lang="en-US" sz="900" dirty="0">
                <a:solidFill>
                  <a:schemeClr val="tx1"/>
                </a:solidFill>
                <a:effectLst/>
              </a:rPr>
              <a:t>|</a:t>
            </a:r>
            <a:r>
              <a:rPr lang="en-GB" sz="900" dirty="0">
                <a:solidFill>
                  <a:schemeClr val="tx1"/>
                </a:solidFill>
                <a:effectLst/>
              </a:rPr>
              <a:t> </a:t>
            </a:r>
            <a:r>
              <a:rPr lang="en-US" sz="1050" dirty="0">
                <a:solidFill>
                  <a:schemeClr val="accent2"/>
                </a:solidFill>
              </a:rPr>
              <a:t>www.capgemini.com</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userDrawn="1"/>
        </p:nvSpPr>
        <p:spPr>
          <a:xfrm>
            <a:off x="426720" y="5764024"/>
            <a:ext cx="4013280" cy="446276"/>
          </a:xfrm>
          <a:prstGeom prst="rect">
            <a:avLst/>
          </a:prstGeom>
        </p:spPr>
        <p:txBody>
          <a:bodyPr wrap="square" lIns="0" tIns="0" rIns="0" bIns="0" anchor="b" anchorCtr="0">
            <a:spAutoFit/>
          </a:bodyPr>
          <a:lstStyle/>
          <a:p>
            <a:pPr>
              <a:spcAft>
                <a:spcPts val="600"/>
              </a:spcAft>
            </a:pPr>
            <a:r>
              <a:rPr lang="en-US" sz="80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800" noProof="0" dirty="0">
                <a:solidFill>
                  <a:schemeClr val="bg1"/>
                </a:solidFill>
                <a:latin typeface="Arial"/>
                <a:cs typeface="Arial"/>
              </a:rPr>
              <a:t>Copyright © 2021 Capgemini. All rights reserved.</a:t>
            </a:r>
          </a:p>
        </p:txBody>
      </p:sp>
      <p:sp>
        <p:nvSpPr>
          <p:cNvPr id="25" name="Rectangle 24">
            <a:hlinkClick r:id="rId12"/>
          </p:cNvPr>
          <p:cNvSpPr/>
          <p:nvPr userDrawn="1"/>
        </p:nvSpPr>
        <p:spPr>
          <a:xfrm>
            <a:off x="7489902" y="3812094"/>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6" name="Rectangle 25">
            <a:hlinkClick r:id="rId13"/>
          </p:cNvPr>
          <p:cNvSpPr/>
          <p:nvPr userDrawn="1"/>
        </p:nvSpPr>
        <p:spPr>
          <a:xfrm>
            <a:off x="10730865" y="3812094"/>
            <a:ext cx="704850"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598658435"/>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Final Slide 2">
    <p:spTree>
      <p:nvGrpSpPr>
        <p:cNvPr id="1" name=""/>
        <p:cNvGrpSpPr/>
        <p:nvPr/>
      </p:nvGrpSpPr>
      <p:grpSpPr>
        <a:xfrm>
          <a:off x="0" y="0"/>
          <a:ext cx="0" cy="0"/>
          <a:chOff x="0" y="0"/>
          <a:chExt cx="0" cy="0"/>
        </a:xfrm>
      </p:grpSpPr>
      <p:sp>
        <p:nvSpPr>
          <p:cNvPr id="36" name="Rectangle 35"/>
          <p:cNvSpPr/>
          <p:nvPr userDrawn="1"/>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dirty="0">
                <a:solidFill>
                  <a:schemeClr val="tx1"/>
                </a:solidFill>
                <a:effectLst/>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dirty="0">
              <a:solidFill>
                <a:schemeClr val="tx1"/>
              </a:solidFill>
              <a:effectLst/>
            </a:endParaRPr>
          </a:p>
        </p:txBody>
      </p:sp>
      <p:sp>
        <p:nvSpPr>
          <p:cNvPr id="48" name="Rectangle 47"/>
          <p:cNvSpPr/>
          <p:nvPr userDrawn="1"/>
        </p:nvSpPr>
        <p:spPr>
          <a:xfrm>
            <a:off x="426523" y="1068313"/>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grpSp>
        <p:nvGrpSpPr>
          <p:cNvPr id="3" name="Groupe 2">
            <a:extLst>
              <a:ext uri="{FF2B5EF4-FFF2-40B4-BE49-F238E27FC236}">
                <a16:creationId xmlns:a16="http://schemas.microsoft.com/office/drawing/2014/main" id="{1C3923B5-D83F-43D2-B673-E5F08E418856}"/>
              </a:ext>
            </a:extLst>
          </p:cNvPr>
          <p:cNvGrpSpPr/>
          <p:nvPr userDrawn="1"/>
        </p:nvGrpSpPr>
        <p:grpSpPr>
          <a:xfrm>
            <a:off x="426720" y="5256045"/>
            <a:ext cx="1866702" cy="333195"/>
            <a:chOff x="426720" y="4829457"/>
            <a:chExt cx="1866702" cy="333195"/>
          </a:xfrm>
        </p:grpSpPr>
        <p:pic>
          <p:nvPicPr>
            <p:cNvPr id="50" name="Picture 2" descr="D:\My Work\Template\Icons\Social Media\LinkedIN.png">
              <a:hlinkClick r:id="rId6"/>
            </p:cNvPr>
            <p:cNvPicPr>
              <a:picLocks noChangeAspect="1" noChangeArrowheads="1"/>
            </p:cNvPicPr>
            <p:nvPr userDrawn="1"/>
          </p:nvPicPr>
          <p:blipFill>
            <a:blip r:embed="rId7" cstate="print">
              <a:duotone>
                <a:schemeClr val="accent2">
                  <a:shade val="45000"/>
                  <a:satMod val="135000"/>
                </a:schemeClr>
                <a:prstClr val="white"/>
              </a:duotone>
              <a:extLst>
                <a:ext uri="{BEBA8EAE-BF5A-486C-A8C5-ECC9F3942E4B}">
                  <a14:imgProps xmlns:a14="http://schemas.microsoft.com/office/drawing/2010/main">
                    <a14:imgLayer r:embed="rId8">
                      <a14:imgEffect>
                        <a14:brightnessContrast bright="-100000"/>
                      </a14:imgEffect>
                    </a14:imgLayer>
                  </a14:imgProps>
                </a:ext>
              </a:extLst>
            </a:blip>
            <a:srcRect/>
            <a:stretch>
              <a:fillRect/>
            </a:stretch>
          </p:blipFill>
          <p:spPr bwMode="auto">
            <a:xfrm>
              <a:off x="810097" y="4829457"/>
              <a:ext cx="333195" cy="333195"/>
            </a:xfrm>
            <a:prstGeom prst="rect">
              <a:avLst/>
            </a:prstGeom>
            <a:noFill/>
          </p:spPr>
        </p:pic>
        <p:pic>
          <p:nvPicPr>
            <p:cNvPr id="52" name="Picture 4" descr="D:\My Work\Template\Icons\Social Media\SlideShare.png">
              <a:hlinkClick r:id="rId9"/>
            </p:cNvPr>
            <p:cNvPicPr>
              <a:picLocks noChangeAspect="1" noChangeArrowheads="1"/>
            </p:cNvPicPr>
            <p:nvPr userDrawn="1"/>
          </p:nvPicPr>
          <p:blipFill>
            <a:blip r:embed="rId10" cstate="print">
              <a:duotone>
                <a:schemeClr val="accent2">
                  <a:shade val="45000"/>
                  <a:satMod val="135000"/>
                </a:schemeClr>
                <a:prstClr val="white"/>
              </a:duotone>
              <a:extLst>
                <a:ext uri="{BEBA8EAE-BF5A-486C-A8C5-ECC9F3942E4B}">
                  <a14:imgProps xmlns:a14="http://schemas.microsoft.com/office/drawing/2010/main">
                    <a14:imgLayer r:embed="rId11">
                      <a14:imgEffect>
                        <a14:brightnessContrast bright="-100000"/>
                      </a14:imgEffect>
                    </a14:imgLayer>
                  </a14:imgProps>
                </a:ext>
              </a:extLst>
            </a:blip>
            <a:srcRect/>
            <a:stretch>
              <a:fillRect/>
            </a:stretch>
          </p:blipFill>
          <p:spPr bwMode="auto">
            <a:xfrm>
              <a:off x="1193474" y="4829457"/>
              <a:ext cx="333195" cy="333195"/>
            </a:xfrm>
            <a:prstGeom prst="rect">
              <a:avLst/>
            </a:prstGeom>
            <a:noFill/>
          </p:spPr>
        </p:pic>
        <p:pic>
          <p:nvPicPr>
            <p:cNvPr id="53" name="Picture 5" descr="D:\My Work\Template\Icons\Social Media\Twitter.png">
              <a:hlinkClick r:id="rId12"/>
            </p:cNvPr>
            <p:cNvPicPr>
              <a:picLocks noChangeAspect="1" noChangeArrowheads="1"/>
            </p:cNvPicPr>
            <p:nvPr userDrawn="1"/>
          </p:nvPicPr>
          <p:blipFill>
            <a:blip r:embed="rId13" cstate="print">
              <a:duotone>
                <a:schemeClr val="accent2">
                  <a:shade val="45000"/>
                  <a:satMod val="135000"/>
                </a:schemeClr>
                <a:prstClr val="white"/>
              </a:duotone>
              <a:extLst>
                <a:ext uri="{BEBA8EAE-BF5A-486C-A8C5-ECC9F3942E4B}">
                  <a14:imgProps xmlns:a14="http://schemas.microsoft.com/office/drawing/2010/main">
                    <a14:imgLayer r:embed="rId14">
                      <a14:imgEffect>
                        <a14:brightnessContrast bright="-100000"/>
                      </a14:imgEffect>
                    </a14:imgLayer>
                  </a14:imgProps>
                </a:ext>
              </a:extLst>
            </a:blip>
            <a:srcRect/>
            <a:stretch>
              <a:fillRect/>
            </a:stretch>
          </p:blipFill>
          <p:spPr bwMode="auto">
            <a:xfrm>
              <a:off x="1576851" y="4829457"/>
              <a:ext cx="333195" cy="333195"/>
            </a:xfrm>
            <a:prstGeom prst="rect">
              <a:avLst/>
            </a:prstGeom>
            <a:noFill/>
          </p:spPr>
        </p:pic>
        <p:pic>
          <p:nvPicPr>
            <p:cNvPr id="54" name="Picture 6" descr="D:\My Work\Template\Icons\Social Media\YouTube.png">
              <a:hlinkClick r:id="rId15"/>
            </p:cNvPr>
            <p:cNvPicPr>
              <a:picLocks noChangeAspect="1" noChangeArrowheads="1"/>
            </p:cNvPicPr>
            <p:nvPr userDrawn="1"/>
          </p:nvPicPr>
          <p:blipFill>
            <a:blip r:embed="rId16" cstate="print">
              <a:duotone>
                <a:schemeClr val="accent2">
                  <a:shade val="45000"/>
                  <a:satMod val="135000"/>
                </a:schemeClr>
                <a:prstClr val="white"/>
              </a:duotone>
              <a:extLst>
                <a:ext uri="{BEBA8EAE-BF5A-486C-A8C5-ECC9F3942E4B}">
                  <a14:imgProps xmlns:a14="http://schemas.microsoft.com/office/drawing/2010/main">
                    <a14:imgLayer r:embed="rId17">
                      <a14:imgEffect>
                        <a14:sharpenSoften amount="50000"/>
                      </a14:imgEffect>
                      <a14:imgEffect>
                        <a14:brightnessContrast bright="-100000"/>
                      </a14:imgEffect>
                    </a14:imgLayer>
                  </a14:imgProps>
                </a:ext>
              </a:extLst>
            </a:blip>
            <a:srcRect/>
            <a:stretch>
              <a:fillRect/>
            </a:stretch>
          </p:blipFill>
          <p:spPr bwMode="auto">
            <a:xfrm>
              <a:off x="1960227" y="4829457"/>
              <a:ext cx="333195" cy="333195"/>
            </a:xfrm>
            <a:prstGeom prst="rect">
              <a:avLst/>
            </a:prstGeom>
            <a:noFill/>
          </p:spPr>
        </p:pic>
        <p:pic>
          <p:nvPicPr>
            <p:cNvPr id="55" name="Picture 7" descr="D:\My Work\Template\Icons\Social Media\Facebook.png">
              <a:hlinkClick r:id="rId18"/>
            </p:cNvPr>
            <p:cNvPicPr>
              <a:picLocks noChangeAspect="1" noChangeArrowheads="1"/>
            </p:cNvPicPr>
            <p:nvPr userDrawn="1"/>
          </p:nvPicPr>
          <p:blipFill>
            <a:blip r:embed="rId19" cstate="print">
              <a:duotone>
                <a:schemeClr val="accent2">
                  <a:shade val="45000"/>
                  <a:satMod val="135000"/>
                </a:schemeClr>
                <a:prstClr val="white"/>
              </a:duotone>
              <a:extLst>
                <a:ext uri="{BEBA8EAE-BF5A-486C-A8C5-ECC9F3942E4B}">
                  <a14:imgProps xmlns:a14="http://schemas.microsoft.com/office/drawing/2010/main">
                    <a14:imgLayer r:embed="rId20">
                      <a14:imgEffect>
                        <a14:sharpenSoften amount="-50000"/>
                      </a14:imgEffect>
                      <a14:imgEffect>
                        <a14:brightnessContrast bright="-100000"/>
                      </a14:imgEffect>
                    </a14:imgLayer>
                  </a14:imgProps>
                </a:ext>
              </a:extLst>
            </a:blip>
            <a:srcRect/>
            <a:stretch>
              <a:fillRect/>
            </a:stretch>
          </p:blipFill>
          <p:spPr bwMode="auto">
            <a:xfrm>
              <a:off x="426720" y="4829457"/>
              <a:ext cx="333195" cy="333195"/>
            </a:xfrm>
            <a:prstGeom prst="rect">
              <a:avLst/>
            </a:prstGeom>
            <a:noFill/>
          </p:spPr>
        </p:pic>
      </p:grpSp>
      <p:sp>
        <p:nvSpPr>
          <p:cNvPr id="57" name="Rectangle 56"/>
          <p:cNvSpPr/>
          <p:nvPr userDrawn="1"/>
        </p:nvSpPr>
        <p:spPr>
          <a:xfrm>
            <a:off x="426720" y="5871013"/>
            <a:ext cx="4198620" cy="369332"/>
          </a:xfrm>
          <a:prstGeom prst="rect">
            <a:avLst/>
          </a:prstGeom>
        </p:spPr>
        <p:txBody>
          <a:bodyPr wrap="square" lIns="0" tIns="0" rIns="0" bIns="0" anchor="b" anchorCtr="0">
            <a:spAutoFit/>
          </a:bodyPr>
          <a:lstStyle/>
          <a:p>
            <a:pPr>
              <a:spcAft>
                <a:spcPts val="600"/>
              </a:spcAft>
            </a:pPr>
            <a:r>
              <a:rPr lang="en-US" sz="800" noProof="0" dirty="0">
                <a:latin typeface="+mn-lt"/>
                <a:cs typeface="Arial"/>
              </a:rPr>
              <a:t>This presentation</a:t>
            </a:r>
            <a:r>
              <a:rPr lang="en-US" sz="800" baseline="0" noProof="0" dirty="0">
                <a:latin typeface="+mn-lt"/>
                <a:cs typeface="Arial"/>
              </a:rPr>
              <a:t> </a:t>
            </a:r>
            <a:r>
              <a:rPr lang="en-US" sz="800" noProof="0" dirty="0">
                <a:latin typeface="+mn-lt"/>
                <a:cs typeface="Arial"/>
              </a:rPr>
              <a:t>contains information that may be privileged or confidential and is the property of the Capgemini Group.</a:t>
            </a:r>
            <a:br>
              <a:rPr lang="en-US" sz="800" noProof="0" dirty="0">
                <a:latin typeface="+mn-lt"/>
                <a:cs typeface="Arial"/>
              </a:rPr>
            </a:br>
            <a:r>
              <a:rPr lang="en-US" sz="800" noProof="0" dirty="0">
                <a:latin typeface="Arial"/>
                <a:cs typeface="Arial"/>
              </a:rPr>
              <a:t>Copyright © 2021 Capgemini. All rights reserved.</a:t>
            </a:r>
          </a:p>
        </p:txBody>
      </p:sp>
      <p:sp>
        <p:nvSpPr>
          <p:cNvPr id="60" name="Rectangle 59"/>
          <p:cNvSpPr/>
          <p:nvPr>
            <p:custDataLst>
              <p:tags r:id="rId1"/>
            </p:custDataLst>
          </p:nvPr>
        </p:nvSpPr>
        <p:spPr>
          <a:xfrm>
            <a:off x="6324599" y="1068313"/>
            <a:ext cx="2240280" cy="1031051"/>
          </a:xfrm>
          <a:prstGeom prst="rect">
            <a:avLst/>
          </a:prstGeom>
        </p:spPr>
        <p:txBody>
          <a:bodyPr wrap="square" lIns="0" tIns="0" rIns="0" bIns="0">
            <a:spAutoFit/>
          </a:bodyPr>
          <a:lstStyle/>
          <a:p>
            <a:pPr>
              <a:spcAft>
                <a:spcPts val="600"/>
              </a:spcAft>
            </a:pPr>
            <a:r>
              <a:rPr lang="en-US" sz="1200" b="1" dirty="0">
                <a:solidFill>
                  <a:schemeClr val="accent1"/>
                </a:solidFill>
                <a:cs typeface="Arial"/>
              </a:rPr>
              <a:t>Name, Last Name</a:t>
            </a:r>
          </a:p>
          <a:p>
            <a:pPr>
              <a:lnSpc>
                <a:spcPts val="1200"/>
              </a:lnSpc>
            </a:pPr>
            <a:r>
              <a:rPr lang="en-US" sz="1000" dirty="0">
                <a:solidFill>
                  <a:schemeClr val="accent2"/>
                </a:solidFill>
                <a:cs typeface="Arial"/>
              </a:rPr>
              <a:t>Title/Role</a:t>
            </a:r>
          </a:p>
          <a:p>
            <a:pPr>
              <a:lnSpc>
                <a:spcPts val="1200"/>
              </a:lnSpc>
            </a:pPr>
            <a:r>
              <a:rPr lang="en-US" sz="1000" dirty="0">
                <a:cs typeface="Arial"/>
              </a:rPr>
              <a:t>Capgemini Office (Optional)</a:t>
            </a:r>
          </a:p>
          <a:p>
            <a:pPr>
              <a:lnSpc>
                <a:spcPts val="1200"/>
              </a:lnSpc>
            </a:pPr>
            <a:r>
              <a:rPr lang="en-US" sz="1000" dirty="0">
                <a:cs typeface="Arial"/>
              </a:rPr>
              <a:t>Address Line 1</a:t>
            </a:r>
          </a:p>
          <a:p>
            <a:pPr>
              <a:lnSpc>
                <a:spcPts val="1200"/>
              </a:lnSpc>
            </a:pPr>
            <a:r>
              <a:rPr lang="en-US" sz="1000" dirty="0">
                <a:cs typeface="Arial"/>
              </a:rPr>
              <a:t>Address Line 2 </a:t>
            </a:r>
          </a:p>
          <a:p>
            <a:pPr>
              <a:lnSpc>
                <a:spcPts val="1200"/>
              </a:lnSpc>
            </a:pPr>
            <a:r>
              <a:rPr lang="en-US" sz="1000" dirty="0">
                <a:cs typeface="Arial"/>
              </a:rPr>
              <a:t>Address Line 3</a:t>
            </a:r>
          </a:p>
        </p:txBody>
      </p:sp>
      <p:sp>
        <p:nvSpPr>
          <p:cNvPr id="61" name="Rectangle 60"/>
          <p:cNvSpPr/>
          <p:nvPr>
            <p:custDataLst>
              <p:tags r:id="rId2"/>
            </p:custDataLst>
          </p:nvPr>
        </p:nvSpPr>
        <p:spPr>
          <a:xfrm>
            <a:off x="9499996" y="1068313"/>
            <a:ext cx="2240280" cy="1031051"/>
          </a:xfrm>
          <a:prstGeom prst="rect">
            <a:avLst/>
          </a:prstGeom>
        </p:spPr>
        <p:txBody>
          <a:bodyPr wrap="square" lIns="0" tIns="0" rIns="0" bIns="0">
            <a:spAutoFit/>
          </a:bodyPr>
          <a:lstStyle/>
          <a:p>
            <a:pPr>
              <a:spcAft>
                <a:spcPts val="600"/>
              </a:spcAft>
            </a:pPr>
            <a:r>
              <a:rPr lang="en-US" sz="1200" b="1" dirty="0">
                <a:solidFill>
                  <a:schemeClr val="accent1"/>
                </a:solidFill>
                <a:cs typeface="Arial"/>
              </a:rPr>
              <a:t>Name, Last Name</a:t>
            </a:r>
          </a:p>
          <a:p>
            <a:pPr>
              <a:lnSpc>
                <a:spcPts val="1200"/>
              </a:lnSpc>
            </a:pPr>
            <a:r>
              <a:rPr lang="en-US" sz="1000" dirty="0">
                <a:solidFill>
                  <a:schemeClr val="accent2"/>
                </a:solidFill>
                <a:cs typeface="Arial"/>
              </a:rPr>
              <a:t>Title/Role</a:t>
            </a:r>
          </a:p>
          <a:p>
            <a:pPr>
              <a:lnSpc>
                <a:spcPts val="1200"/>
              </a:lnSpc>
            </a:pPr>
            <a:r>
              <a:rPr lang="en-US" sz="1000" dirty="0">
                <a:cs typeface="Arial"/>
              </a:rPr>
              <a:t>Capgemini Office (Optional)</a:t>
            </a:r>
          </a:p>
          <a:p>
            <a:pPr>
              <a:lnSpc>
                <a:spcPts val="1200"/>
              </a:lnSpc>
            </a:pPr>
            <a:r>
              <a:rPr lang="en-US" sz="1000" dirty="0">
                <a:cs typeface="Arial"/>
              </a:rPr>
              <a:t>Address Line 1</a:t>
            </a:r>
          </a:p>
          <a:p>
            <a:pPr>
              <a:lnSpc>
                <a:spcPts val="1200"/>
              </a:lnSpc>
            </a:pPr>
            <a:r>
              <a:rPr lang="en-US" sz="1000" dirty="0">
                <a:cs typeface="Arial"/>
              </a:rPr>
              <a:t>Address Line 2 </a:t>
            </a:r>
          </a:p>
          <a:p>
            <a:pPr>
              <a:lnSpc>
                <a:spcPts val="1200"/>
              </a:lnSpc>
            </a:pPr>
            <a:r>
              <a:rPr lang="en-US" sz="1000" dirty="0">
                <a:cs typeface="Arial"/>
              </a:rPr>
              <a:t>Address Line 3</a:t>
            </a:r>
          </a:p>
        </p:txBody>
      </p:sp>
      <p:sp>
        <p:nvSpPr>
          <p:cNvPr id="62" name="Rectangle 61"/>
          <p:cNvSpPr/>
          <p:nvPr>
            <p:custDataLst>
              <p:tags r:id="rId3"/>
            </p:custDataLst>
          </p:nvPr>
        </p:nvSpPr>
        <p:spPr>
          <a:xfrm>
            <a:off x="6324599" y="2332238"/>
            <a:ext cx="2240280" cy="1031051"/>
          </a:xfrm>
          <a:prstGeom prst="rect">
            <a:avLst/>
          </a:prstGeom>
        </p:spPr>
        <p:txBody>
          <a:bodyPr wrap="square" lIns="0" tIns="0" rIns="0" bIns="0">
            <a:spAutoFit/>
          </a:bodyPr>
          <a:lstStyle/>
          <a:p>
            <a:pPr>
              <a:spcAft>
                <a:spcPts val="600"/>
              </a:spcAft>
            </a:pPr>
            <a:r>
              <a:rPr lang="en-US" sz="1200" b="1" dirty="0">
                <a:solidFill>
                  <a:schemeClr val="accent1"/>
                </a:solidFill>
                <a:cs typeface="Arial"/>
              </a:rPr>
              <a:t>Name, Last Name</a:t>
            </a:r>
          </a:p>
          <a:p>
            <a:pPr>
              <a:lnSpc>
                <a:spcPts val="1200"/>
              </a:lnSpc>
            </a:pPr>
            <a:r>
              <a:rPr lang="en-US" sz="1000" dirty="0">
                <a:solidFill>
                  <a:schemeClr val="accent2"/>
                </a:solidFill>
                <a:cs typeface="Arial"/>
              </a:rPr>
              <a:t>Title/Role</a:t>
            </a:r>
          </a:p>
          <a:p>
            <a:pPr>
              <a:lnSpc>
                <a:spcPts val="1200"/>
              </a:lnSpc>
            </a:pPr>
            <a:r>
              <a:rPr lang="en-US" sz="1000" dirty="0">
                <a:cs typeface="Arial"/>
              </a:rPr>
              <a:t>Capgemini Office (Optional)</a:t>
            </a:r>
          </a:p>
          <a:p>
            <a:pPr>
              <a:lnSpc>
                <a:spcPts val="1200"/>
              </a:lnSpc>
            </a:pPr>
            <a:r>
              <a:rPr lang="en-US" sz="1000" dirty="0">
                <a:cs typeface="Arial"/>
              </a:rPr>
              <a:t>Address Line 1</a:t>
            </a:r>
          </a:p>
          <a:p>
            <a:pPr>
              <a:lnSpc>
                <a:spcPts val="1200"/>
              </a:lnSpc>
            </a:pPr>
            <a:r>
              <a:rPr lang="en-US" sz="1000" dirty="0">
                <a:cs typeface="Arial"/>
              </a:rPr>
              <a:t>Address Line 2 </a:t>
            </a:r>
          </a:p>
          <a:p>
            <a:pPr>
              <a:lnSpc>
                <a:spcPts val="1200"/>
              </a:lnSpc>
            </a:pPr>
            <a:r>
              <a:rPr lang="en-US" sz="1000" dirty="0">
                <a:cs typeface="Arial"/>
              </a:rPr>
              <a:t>Address Line 3</a:t>
            </a:r>
          </a:p>
        </p:txBody>
      </p:sp>
      <p:sp>
        <p:nvSpPr>
          <p:cNvPr id="63" name="Rectangle 62"/>
          <p:cNvSpPr/>
          <p:nvPr>
            <p:custDataLst>
              <p:tags r:id="rId4"/>
            </p:custDataLst>
          </p:nvPr>
        </p:nvSpPr>
        <p:spPr>
          <a:xfrm>
            <a:off x="9499996" y="2332238"/>
            <a:ext cx="2240280" cy="1031051"/>
          </a:xfrm>
          <a:prstGeom prst="rect">
            <a:avLst/>
          </a:prstGeom>
        </p:spPr>
        <p:txBody>
          <a:bodyPr wrap="square" lIns="0" tIns="0" rIns="0" bIns="0">
            <a:spAutoFit/>
          </a:bodyPr>
          <a:lstStyle/>
          <a:p>
            <a:pPr>
              <a:spcAft>
                <a:spcPts val="600"/>
              </a:spcAft>
            </a:pPr>
            <a:r>
              <a:rPr lang="en-US" sz="1200" b="1" dirty="0">
                <a:solidFill>
                  <a:schemeClr val="accent1"/>
                </a:solidFill>
                <a:cs typeface="Arial"/>
              </a:rPr>
              <a:t>Name, Last Name</a:t>
            </a:r>
          </a:p>
          <a:p>
            <a:pPr>
              <a:lnSpc>
                <a:spcPts val="1200"/>
              </a:lnSpc>
            </a:pPr>
            <a:r>
              <a:rPr lang="en-US" sz="1000" dirty="0">
                <a:solidFill>
                  <a:schemeClr val="accent2"/>
                </a:solidFill>
                <a:cs typeface="Arial"/>
              </a:rPr>
              <a:t>Title/Role</a:t>
            </a:r>
          </a:p>
          <a:p>
            <a:pPr>
              <a:lnSpc>
                <a:spcPts val="1200"/>
              </a:lnSpc>
            </a:pPr>
            <a:r>
              <a:rPr lang="en-US" sz="1000" dirty="0">
                <a:cs typeface="Arial"/>
              </a:rPr>
              <a:t>Capgemini Office (Optional)</a:t>
            </a:r>
          </a:p>
          <a:p>
            <a:pPr>
              <a:lnSpc>
                <a:spcPts val="1200"/>
              </a:lnSpc>
            </a:pPr>
            <a:r>
              <a:rPr lang="en-US" sz="1000" dirty="0">
                <a:cs typeface="Arial"/>
              </a:rPr>
              <a:t>Address Line 1</a:t>
            </a:r>
          </a:p>
          <a:p>
            <a:pPr>
              <a:lnSpc>
                <a:spcPts val="1200"/>
              </a:lnSpc>
            </a:pPr>
            <a:r>
              <a:rPr lang="en-US" sz="1000" dirty="0">
                <a:cs typeface="Arial"/>
              </a:rPr>
              <a:t>Address Line 2 </a:t>
            </a:r>
          </a:p>
          <a:p>
            <a:pPr>
              <a:lnSpc>
                <a:spcPts val="1200"/>
              </a:lnSpc>
            </a:pPr>
            <a:r>
              <a:rPr lang="en-US" sz="1000" dirty="0">
                <a:cs typeface="Arial"/>
              </a:rPr>
              <a:t>Address Line 3</a:t>
            </a:r>
          </a:p>
        </p:txBody>
      </p:sp>
      <p:cxnSp>
        <p:nvCxnSpPr>
          <p:cNvPr id="64" name="Straight Connector 63"/>
          <p:cNvCxnSpPr/>
          <p:nvPr userDrawn="1"/>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userDrawn="1"/>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tx1"/>
                </a:solidFill>
                <a:effectLst/>
              </a:rPr>
              <a:t>Get the Future You Want </a:t>
            </a:r>
            <a:r>
              <a:rPr lang="en-US" sz="900" dirty="0">
                <a:solidFill>
                  <a:schemeClr val="tx1"/>
                </a:solidFill>
                <a:effectLst/>
              </a:rPr>
              <a:t>|</a:t>
            </a:r>
            <a:r>
              <a:rPr lang="en-GB" sz="900" dirty="0">
                <a:solidFill>
                  <a:schemeClr val="tx1"/>
                </a:solidFill>
                <a:effectLst/>
              </a:rPr>
              <a:t> </a:t>
            </a:r>
            <a:r>
              <a:rPr lang="en-US" sz="1050" dirty="0">
                <a:solidFill>
                  <a:schemeClr val="accent2"/>
                </a:solidFill>
              </a:rPr>
              <a:t>www.capgemini.com</a:t>
            </a:r>
          </a:p>
        </p:txBody>
      </p:sp>
    </p:spTree>
    <p:extLst>
      <p:ext uri="{BB962C8B-B14F-4D97-AF65-F5344CB8AC3E}">
        <p14:creationId xmlns:p14="http://schemas.microsoft.com/office/powerpoint/2010/main" val="2192164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oleObject" Target="../embeddings/oleObject6.bin"/><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ags" Target="../tags/tag6.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theme" Target="../theme/theme2.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slideLayout" Target="../slideLayouts/slideLayout18.xml"/><Relationship Id="rId7" Type="http://schemas.openxmlformats.org/officeDocument/2006/relationships/tags" Target="../tags/tag1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3.xml"/><Relationship Id="rId5" Type="http://schemas.openxmlformats.org/officeDocument/2006/relationships/slideLayout" Target="../slideLayouts/slideLayout20.xml"/><Relationship Id="rId4" Type="http://schemas.openxmlformats.org/officeDocument/2006/relationships/slideLayout" Target="../slideLayouts/slideLayout19.xml"/><Relationship Id="rId9" Type="http://schemas.openxmlformats.org/officeDocument/2006/relationships/image" Target="../media/image1.emf"/></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image" Target="../media/image1.emf"/><Relationship Id="rId5" Type="http://schemas.openxmlformats.org/officeDocument/2006/relationships/oleObject" Target="../embeddings/oleObject16.bin"/><Relationship Id="rId4" Type="http://schemas.openxmlformats.org/officeDocument/2006/relationships/tags" Target="../tags/tag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7"/>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21" name="Object 20" hidden="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id="{2B612A8E-B9C0-4A33-BDF0-7B934FC0FA7B}"/>
              </a:ext>
            </a:extLst>
          </p:cNvPr>
          <p:cNvGrpSpPr/>
          <p:nvPr/>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5" name="Rectangle 4">
              <a:extLst>
                <a:ext uri="{FF2B5EF4-FFF2-40B4-BE49-F238E27FC236}">
                  <a16:creationId xmlns:a16="http://schemas.microsoft.com/office/drawing/2014/main"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6" name="Rectangle 5">
              <a:extLst>
                <a:ext uri="{FF2B5EF4-FFF2-40B4-BE49-F238E27FC236}">
                  <a16:creationId xmlns:a16="http://schemas.microsoft.com/office/drawing/2014/main"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7" name="Rectangle 6">
              <a:extLst>
                <a:ext uri="{FF2B5EF4-FFF2-40B4-BE49-F238E27FC236}">
                  <a16:creationId xmlns:a16="http://schemas.microsoft.com/office/drawing/2014/main"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8" name="Rectangle 7">
              <a:extLst>
                <a:ext uri="{FF2B5EF4-FFF2-40B4-BE49-F238E27FC236}">
                  <a16:creationId xmlns:a16="http://schemas.microsoft.com/office/drawing/2014/main"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extLst>
      <p:ext uri="{BB962C8B-B14F-4D97-AF65-F5344CB8AC3E}">
        <p14:creationId xmlns:p14="http://schemas.microsoft.com/office/powerpoint/2010/main" val="2233840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50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3" imgW="270" imgH="270" progId="TCLayout.ActiveDocument.1">
                  <p:embed/>
                </p:oleObj>
              </mc:Choice>
              <mc:Fallback>
                <p:oleObj name="think-cell Slide" r:id="rId13" imgW="270" imgH="270" progId="TCLayout.ActiveDocument.1">
                  <p:embed/>
                  <p:pic>
                    <p:nvPicPr>
                      <p:cNvPr id="21" name="Object 20" hidden="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7" name="Retângulo 43">
            <a:extLst>
              <a:ext uri="{FF2B5EF4-FFF2-40B4-BE49-F238E27FC236}">
                <a16:creationId xmlns:a16="http://schemas.microsoft.com/office/drawing/2014/main" id="{25FC8637-25BD-4C09-AF25-56B4243DAB3D}"/>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700" dirty="0">
                <a:solidFill>
                  <a:schemeClr val="bg1">
                    <a:lumMod val="65000"/>
                  </a:schemeClr>
                </a:solidFill>
              </a:rPr>
              <a:t>© Capgemini 2021. All rights reserved  </a:t>
            </a:r>
            <a:r>
              <a:rPr lang="en-US" sz="700" dirty="0">
                <a:solidFill>
                  <a:schemeClr val="accent2"/>
                </a:solidFill>
              </a:rPr>
              <a:t>|</a:t>
            </a:r>
          </a:p>
        </p:txBody>
      </p:sp>
      <p:sp>
        <p:nvSpPr>
          <p:cNvPr id="8" name="Text Placeholder 7">
            <a:extLst>
              <a:ext uri="{FF2B5EF4-FFF2-40B4-BE49-F238E27FC236}">
                <a16:creationId xmlns:a16="http://schemas.microsoft.com/office/drawing/2014/main" id="{E824319D-02CC-441E-87B5-E9D15DE8CA35}"/>
              </a:ext>
            </a:extLst>
          </p:cNvPr>
          <p:cNvSpPr txBox="1">
            <a:spLocks/>
          </p:cNvSpPr>
          <p:nvPr/>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700" dirty="0">
                <a:solidFill>
                  <a:schemeClr val="bg1">
                    <a:lumMod val="65000"/>
                  </a:schemeClr>
                </a:solidFill>
              </a:rPr>
              <a:t>Presentation Title | Author | Date</a:t>
            </a:r>
          </a:p>
        </p:txBody>
      </p:sp>
      <p:sp>
        <p:nvSpPr>
          <p:cNvPr id="4" name="Espace réservé du texte 3"/>
          <p:cNvSpPr>
            <a:spLocks noGrp="1"/>
          </p:cNvSpPr>
          <p:nvPr>
            <p:ph type="body" idx="1"/>
          </p:nvPr>
        </p:nvSpPr>
        <p:spPr>
          <a:xfrm>
            <a:off x="227348" y="1815352"/>
            <a:ext cx="11700000" cy="4466201"/>
          </a:xfrm>
          <a:prstGeom prst="rect">
            <a:avLst/>
          </a:prstGeom>
        </p:spPr>
        <p:txBody>
          <a:bodyPr vert="horz" lIns="0" tIns="0" rIns="0" bIns="0" rtlCol="0">
            <a:normAutofit/>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a:t>
            </a:r>
            <a:r>
              <a:rPr lang="fr-FR" dirty="0" err="1"/>
              <a:t>title</a:t>
            </a:r>
            <a:endParaRPr lang="en-US" dirty="0"/>
          </a:p>
        </p:txBody>
      </p:sp>
      <p:grpSp>
        <p:nvGrpSpPr>
          <p:cNvPr id="3" name="Groupe 2">
            <a:extLst>
              <a:ext uri="{FF2B5EF4-FFF2-40B4-BE49-F238E27FC236}">
                <a16:creationId xmlns:a16="http://schemas.microsoft.com/office/drawing/2014/main" id="{231F4250-75BE-456B-A9D8-680BA4145249}"/>
              </a:ext>
            </a:extLst>
          </p:cNvPr>
          <p:cNvGrpSpPr/>
          <p:nvPr/>
        </p:nvGrpSpPr>
        <p:grpSpPr>
          <a:xfrm>
            <a:off x="12355040" y="33161"/>
            <a:ext cx="360000" cy="1800000"/>
            <a:chOff x="12355040" y="33161"/>
            <a:chExt cx="360000" cy="1800000"/>
          </a:xfrm>
        </p:grpSpPr>
        <p:sp>
          <p:nvSpPr>
            <p:cNvPr id="11" name="Rectangle 10">
              <a:extLst>
                <a:ext uri="{FF2B5EF4-FFF2-40B4-BE49-F238E27FC236}">
                  <a16:creationId xmlns:a16="http://schemas.microsoft.com/office/drawing/2014/main" id="{EF1244FD-1856-4971-9A73-AD6DF3F42A90}"/>
                </a:ext>
              </a:extLst>
            </p:cNvPr>
            <p:cNvSpPr/>
            <p:nvPr userDrawn="1"/>
          </p:nvSpPr>
          <p:spPr>
            <a:xfrm>
              <a:off x="12355040" y="33161"/>
              <a:ext cx="360000" cy="3600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2" name="Rectangle 11">
              <a:extLst>
                <a:ext uri="{FF2B5EF4-FFF2-40B4-BE49-F238E27FC236}">
                  <a16:creationId xmlns:a16="http://schemas.microsoft.com/office/drawing/2014/main" id="{22B40C78-6F20-4C95-AB26-B29FEC0FF747}"/>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3" name="Rectangle 12">
              <a:extLst>
                <a:ext uri="{FF2B5EF4-FFF2-40B4-BE49-F238E27FC236}">
                  <a16:creationId xmlns:a16="http://schemas.microsoft.com/office/drawing/2014/main" id="{1AED4E7D-39CE-49AE-9D4C-16EA940CBE5F}"/>
                </a:ext>
              </a:extLst>
            </p:cNvPr>
            <p:cNvSpPr/>
            <p:nvPr userDrawn="1"/>
          </p:nvSpPr>
          <p:spPr>
            <a:xfrm>
              <a:off x="12355040" y="753161"/>
              <a:ext cx="360000" cy="3600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4" name="Rectangle 13">
              <a:extLst>
                <a:ext uri="{FF2B5EF4-FFF2-40B4-BE49-F238E27FC236}">
                  <a16:creationId xmlns:a16="http://schemas.microsoft.com/office/drawing/2014/main" id="{392DC803-B0F7-4D0E-81CA-9DDCB14FA42C}"/>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5" name="Rectangle 14">
              <a:extLst>
                <a:ext uri="{FF2B5EF4-FFF2-40B4-BE49-F238E27FC236}">
                  <a16:creationId xmlns:a16="http://schemas.microsoft.com/office/drawing/2014/main" id="{03C5671A-353B-4887-BEEF-56CEFAE8D83D}"/>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grpSp>
        <p:nvGrpSpPr>
          <p:cNvPr id="5" name="Groupe 4">
            <a:extLst>
              <a:ext uri="{FF2B5EF4-FFF2-40B4-BE49-F238E27FC236}">
                <a16:creationId xmlns:a16="http://schemas.microsoft.com/office/drawing/2014/main" id="{CC6ACEFF-8651-4C08-BAF6-3BFAE6473DAF}"/>
              </a:ext>
            </a:extLst>
          </p:cNvPr>
          <p:cNvGrpSpPr/>
          <p:nvPr/>
        </p:nvGrpSpPr>
        <p:grpSpPr>
          <a:xfrm>
            <a:off x="12355040" y="1954479"/>
            <a:ext cx="360000" cy="4875772"/>
            <a:chOff x="12355040" y="1954479"/>
            <a:chExt cx="360000" cy="4875772"/>
          </a:xfrm>
        </p:grpSpPr>
        <p:sp>
          <p:nvSpPr>
            <p:cNvPr id="16" name="Rectangle 15">
              <a:extLst>
                <a:ext uri="{FF2B5EF4-FFF2-40B4-BE49-F238E27FC236}">
                  <a16:creationId xmlns:a16="http://schemas.microsoft.com/office/drawing/2014/main" id="{D27E2B2B-AB85-4173-AB1F-61084925AA83}"/>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dirty="0"/>
            </a:p>
          </p:txBody>
        </p:sp>
        <p:sp>
          <p:nvSpPr>
            <p:cNvPr id="17" name="Rectangle 16">
              <a:extLst>
                <a:ext uri="{FF2B5EF4-FFF2-40B4-BE49-F238E27FC236}">
                  <a16:creationId xmlns:a16="http://schemas.microsoft.com/office/drawing/2014/main" id="{0DDEBD8A-CA0B-4D62-9426-DFB2D4742184}"/>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dirty="0"/>
            </a:p>
          </p:txBody>
        </p:sp>
        <p:sp>
          <p:nvSpPr>
            <p:cNvPr id="18" name="Rectangle 17">
              <a:extLst>
                <a:ext uri="{FF2B5EF4-FFF2-40B4-BE49-F238E27FC236}">
                  <a16:creationId xmlns:a16="http://schemas.microsoft.com/office/drawing/2014/main" id="{65515214-3AFD-4A2B-95C5-2FDFF59A1BE2}"/>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9" name="Rectangle 18">
              <a:extLst>
                <a:ext uri="{FF2B5EF4-FFF2-40B4-BE49-F238E27FC236}">
                  <a16:creationId xmlns:a16="http://schemas.microsoft.com/office/drawing/2014/main" id="{D674829A-E5EF-4140-B9ED-AC7745AB028D}"/>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0" name="Rectangle 19">
              <a:extLst>
                <a:ext uri="{FF2B5EF4-FFF2-40B4-BE49-F238E27FC236}">
                  <a16:creationId xmlns:a16="http://schemas.microsoft.com/office/drawing/2014/main" id="{E59B3FCE-0262-45FE-BE39-9459C5BC7FEE}"/>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2" name="Rectangle 21">
              <a:extLst>
                <a:ext uri="{FF2B5EF4-FFF2-40B4-BE49-F238E27FC236}">
                  <a16:creationId xmlns:a16="http://schemas.microsoft.com/office/drawing/2014/main" id="{F5D692DE-D6DE-4022-9F2F-5F8C1403E4D0}"/>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3" name="Rectangle 22">
              <a:extLst>
                <a:ext uri="{FF2B5EF4-FFF2-40B4-BE49-F238E27FC236}">
                  <a16:creationId xmlns:a16="http://schemas.microsoft.com/office/drawing/2014/main" id="{35EEF2F0-E01D-4851-96E7-30214EC78A3B}"/>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4" name="Rectangle 23">
              <a:extLst>
                <a:ext uri="{FF2B5EF4-FFF2-40B4-BE49-F238E27FC236}">
                  <a16:creationId xmlns:a16="http://schemas.microsoft.com/office/drawing/2014/main" id="{468B1DDD-74B0-4453-A996-5BA8693FF545}"/>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5" name="Rectangle 24">
              <a:extLst>
                <a:ext uri="{FF2B5EF4-FFF2-40B4-BE49-F238E27FC236}">
                  <a16:creationId xmlns:a16="http://schemas.microsoft.com/office/drawing/2014/main" id="{8809D5E9-1B2A-4D30-A4DD-47B7C9BBCED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6" name="Rectangle 25">
              <a:extLst>
                <a:ext uri="{FF2B5EF4-FFF2-40B4-BE49-F238E27FC236}">
                  <a16:creationId xmlns:a16="http://schemas.microsoft.com/office/drawing/2014/main" id="{995FF3A0-94CA-40BA-AF81-B777FF5FD489}"/>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7" name="Rectangle 26">
              <a:extLst>
                <a:ext uri="{FF2B5EF4-FFF2-40B4-BE49-F238E27FC236}">
                  <a16:creationId xmlns:a16="http://schemas.microsoft.com/office/drawing/2014/main" id="{9F83F12C-5135-43B7-B1D8-A0A72DB85AED}"/>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8" name="Rectangle 27">
              <a:extLst>
                <a:ext uri="{FF2B5EF4-FFF2-40B4-BE49-F238E27FC236}">
                  <a16:creationId xmlns:a16="http://schemas.microsoft.com/office/drawing/2014/main" id="{256CA1CF-2C4A-42DA-94F5-CB5E5B47F24B}"/>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9" name="Rectangle 28">
              <a:extLst>
                <a:ext uri="{FF2B5EF4-FFF2-40B4-BE49-F238E27FC236}">
                  <a16:creationId xmlns:a16="http://schemas.microsoft.com/office/drawing/2014/main" id="{47F07AFA-8569-4B3B-854A-60B26629D96D}"/>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0" name="Rectangle 29">
              <a:extLst>
                <a:ext uri="{FF2B5EF4-FFF2-40B4-BE49-F238E27FC236}">
                  <a16:creationId xmlns:a16="http://schemas.microsoft.com/office/drawing/2014/main" id="{8103554C-8B73-4C9A-AFFF-55D6E47A0E76}"/>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extLst>
      <p:ext uri="{BB962C8B-B14F-4D97-AF65-F5344CB8AC3E}">
        <p14:creationId xmlns:p14="http://schemas.microsoft.com/office/powerpoint/2010/main" val="343898720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7"/>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21" name="Object 20" hidden="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p:nvGrpSpPr>
        <p:grpSpPr>
          <a:xfrm>
            <a:off x="11501102" y="171573"/>
            <a:ext cx="419436" cy="388988"/>
            <a:chOff x="11501102" y="171573"/>
            <a:chExt cx="419436" cy="388988"/>
          </a:xfrm>
        </p:grpSpPr>
        <p:sp>
          <p:nvSpPr>
            <p:cNvPr id="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8" name="Retângulo 43">
            <a:extLst>
              <a:ext uri="{FF2B5EF4-FFF2-40B4-BE49-F238E27FC236}">
                <a16:creationId xmlns:a16="http://schemas.microsoft.com/office/drawing/2014/main" id="{25FC8637-25BD-4C09-AF25-56B4243DAB3D}"/>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11" name="Text Placeholder 7">
            <a:extLst>
              <a:ext uri="{FF2B5EF4-FFF2-40B4-BE49-F238E27FC236}">
                <a16:creationId xmlns:a16="http://schemas.microsoft.com/office/drawing/2014/main" id="{E824319D-02CC-441E-87B5-E9D15DE8CA35}"/>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700" dirty="0">
                <a:solidFill>
                  <a:schemeClr val="bg1">
                    <a:lumMod val="65000"/>
                  </a:schemeClr>
                </a:solidFill>
              </a:rPr>
              <a:t>© Capgemini 2021. All rights reserved  </a:t>
            </a:r>
            <a:r>
              <a:rPr lang="en-US" sz="700" dirty="0">
                <a:solidFill>
                  <a:schemeClr val="accent2"/>
                </a:solidFill>
              </a:rPr>
              <a:t>|</a:t>
            </a:r>
          </a:p>
        </p:txBody>
      </p:sp>
      <p:grpSp>
        <p:nvGrpSpPr>
          <p:cNvPr id="16" name="Groupe 15">
            <a:extLst>
              <a:ext uri="{FF2B5EF4-FFF2-40B4-BE49-F238E27FC236}">
                <a16:creationId xmlns:a16="http://schemas.microsoft.com/office/drawing/2014/main" id="{9CCBF2C1-AE84-4920-BA55-06A21A3C64E9}"/>
              </a:ext>
            </a:extLst>
          </p:cNvPr>
          <p:cNvGrpSpPr/>
          <p:nvPr/>
        </p:nvGrpSpPr>
        <p:grpSpPr>
          <a:xfrm>
            <a:off x="12355040" y="33161"/>
            <a:ext cx="360000" cy="1800000"/>
            <a:chOff x="12355040" y="33161"/>
            <a:chExt cx="360000" cy="1800000"/>
          </a:xfrm>
        </p:grpSpPr>
        <p:sp>
          <p:nvSpPr>
            <p:cNvPr id="17" name="Rectangle 16">
              <a:extLst>
                <a:ext uri="{FF2B5EF4-FFF2-40B4-BE49-F238E27FC236}">
                  <a16:creationId xmlns:a16="http://schemas.microsoft.com/office/drawing/2014/main" id="{B08F5EF3-2356-4B1F-860E-01CACCDDB0B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8" name="Rectangle 17">
              <a:extLst>
                <a:ext uri="{FF2B5EF4-FFF2-40B4-BE49-F238E27FC236}">
                  <a16:creationId xmlns:a16="http://schemas.microsoft.com/office/drawing/2014/main" id="{AA3EC8E9-315E-47E1-AF32-83834998FDA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9" name="Rectangle 18">
              <a:extLst>
                <a:ext uri="{FF2B5EF4-FFF2-40B4-BE49-F238E27FC236}">
                  <a16:creationId xmlns:a16="http://schemas.microsoft.com/office/drawing/2014/main" id="{7DAF62B2-11CC-4B22-9A4B-18FA2DE2B586}"/>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0" name="Rectangle 19">
              <a:extLst>
                <a:ext uri="{FF2B5EF4-FFF2-40B4-BE49-F238E27FC236}">
                  <a16:creationId xmlns:a16="http://schemas.microsoft.com/office/drawing/2014/main" id="{C75D6175-E1F7-4C00-B893-FDD3A3F704F4}"/>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2" name="Rectangle 21">
              <a:extLst>
                <a:ext uri="{FF2B5EF4-FFF2-40B4-BE49-F238E27FC236}">
                  <a16:creationId xmlns:a16="http://schemas.microsoft.com/office/drawing/2014/main" id="{B23D6F31-6A70-49F8-85C0-D3D2946BE1DF}"/>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extLst>
      <p:ext uri="{BB962C8B-B14F-4D97-AF65-F5344CB8AC3E}">
        <p14:creationId xmlns:p14="http://schemas.microsoft.com/office/powerpoint/2010/main" val="306523405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6" r:id="rId5"/>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p15:clr>
            <a:srgbClr val="F26B43"/>
          </p15:clr>
        </p15:guide>
        <p15:guide id="2" pos="750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4"/>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1" name="Object 20"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67254603"/>
      </p:ext>
    </p:extLst>
  </p:cSld>
  <p:clrMap bg1="lt1" tx1="dk1" bg2="lt2" tx2="dk2" accent1="accent1" accent2="accent2" accent3="accent3" accent4="accent4" accent5="accent5" accent6="accent6" hlink="hlink" folHlink="folHlink"/>
  <p:sldLayoutIdLst>
    <p:sldLayoutId id="2147483683" r:id="rId1"/>
    <p:sldLayoutId id="2147483684" r:id="rId2"/>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5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680F938-59D0-338D-288E-C4DB3EAF3F98}"/>
              </a:ext>
            </a:extLst>
          </p:cNvPr>
          <p:cNvSpPr>
            <a:spLocks noGrp="1"/>
          </p:cNvSpPr>
          <p:nvPr>
            <p:ph type="ctrTitle"/>
          </p:nvPr>
        </p:nvSpPr>
        <p:spPr>
          <a:xfrm>
            <a:off x="5093502" y="4774131"/>
            <a:ext cx="6841825" cy="1407574"/>
          </a:xfrm>
        </p:spPr>
        <p:txBody>
          <a:bodyPr/>
          <a:lstStyle/>
          <a:p>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r>
              <a:rPr lang="en-US" sz="4400" dirty="0">
                <a:latin typeface="Times New Roman" panose="02020603050405020304" pitchFamily="18" charset="0"/>
                <a:cs typeface="Times New Roman" panose="02020603050405020304" pitchFamily="18" charset="0"/>
              </a:rPr>
              <a:t>Dynamic Memory Allocation</a:t>
            </a:r>
            <a:br>
              <a:rPr lang="en-US" sz="4400" dirty="0">
                <a:latin typeface="Times New Roman" panose="02020603050405020304" pitchFamily="18" charset="0"/>
                <a:cs typeface="Times New Roman" panose="02020603050405020304" pitchFamily="18" charset="0"/>
              </a:rPr>
            </a:br>
            <a:r>
              <a:rPr lang="en-US" sz="44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616510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BFE8B-578B-CE82-8CB5-E374A4340B59}"/>
              </a:ext>
            </a:extLst>
          </p:cNvPr>
          <p:cNvSpPr>
            <a:spLocks noGrp="1"/>
          </p:cNvSpPr>
          <p:nvPr>
            <p:ph type="title"/>
          </p:nvPr>
        </p:nvSpPr>
        <p:spPr>
          <a:xfrm>
            <a:off x="227349" y="0"/>
            <a:ext cx="11125236" cy="1104900"/>
          </a:xfrm>
        </p:spPr>
        <p:txBody>
          <a:bodyPr anchor="t">
            <a:normAutofit/>
          </a:bodyPr>
          <a:lstStyle/>
          <a:p>
            <a:r>
              <a:rPr lang="en-IN" sz="4800" dirty="0">
                <a:latin typeface="Times New Roman" panose="02020603050405020304" pitchFamily="18" charset="0"/>
                <a:cs typeface="Times New Roman" panose="02020603050405020304" pitchFamily="18" charset="0"/>
              </a:rPr>
              <a:t>CONTENTS</a:t>
            </a:r>
          </a:p>
        </p:txBody>
      </p:sp>
      <p:graphicFrame>
        <p:nvGraphicFramePr>
          <p:cNvPr id="9" name="Text Placeholder 6">
            <a:extLst>
              <a:ext uri="{FF2B5EF4-FFF2-40B4-BE49-F238E27FC236}">
                <a16:creationId xmlns:a16="http://schemas.microsoft.com/office/drawing/2014/main" id="{EC07D027-4A45-0606-CA4A-B496A750CCA1}"/>
              </a:ext>
            </a:extLst>
          </p:cNvPr>
          <p:cNvGraphicFramePr/>
          <p:nvPr>
            <p:extLst>
              <p:ext uri="{D42A27DB-BD31-4B8C-83A1-F6EECF244321}">
                <p14:modId xmlns:p14="http://schemas.microsoft.com/office/powerpoint/2010/main" val="893424044"/>
              </p:ext>
            </p:extLst>
          </p:nvPr>
        </p:nvGraphicFramePr>
        <p:xfrm>
          <a:off x="227349" y="1295400"/>
          <a:ext cx="11125236"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372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0EE160-AF9C-84D2-7C1C-C11157BB31EB}"/>
              </a:ext>
            </a:extLst>
          </p:cNvPr>
          <p:cNvSpPr>
            <a:spLocks noGrp="1"/>
          </p:cNvSpPr>
          <p:nvPr>
            <p:ph type="body" sz="quarter" idx="10"/>
          </p:nvPr>
        </p:nvSpPr>
        <p:spPr>
          <a:xfrm>
            <a:off x="227348" y="924910"/>
            <a:ext cx="11700000" cy="5356643"/>
          </a:xfrm>
        </p:spPr>
        <p:txBody>
          <a:bodyPr>
            <a:normAutofit/>
          </a:bodyPr>
          <a:lstStyle/>
          <a:p>
            <a:r>
              <a:rPr lang="en-IN" dirty="0">
                <a:solidFill>
                  <a:schemeClr val="accent2"/>
                </a:solidFill>
                <a:latin typeface="Times New Roman" panose="02020603050405020304" pitchFamily="18" charset="0"/>
                <a:cs typeface="Times New Roman" panose="02020603050405020304" pitchFamily="18" charset="0"/>
              </a:rPr>
              <a:t>How Memory is organized </a:t>
            </a:r>
          </a:p>
          <a:p>
            <a:pPr marL="342900" indent="-34290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Memory in computer is made up of bytes in sequential manner. </a:t>
            </a:r>
          </a:p>
          <a:p>
            <a:pPr marL="342900" indent="-34290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Each byte identified by an index number, which is termed as address of that byte.</a:t>
            </a:r>
          </a:p>
          <a:p>
            <a:pPr marL="342900" indent="-34290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The address of these bytes starts with ‘0’ and ends with ones less than the size of memory.</a:t>
            </a:r>
          </a:p>
          <a:p>
            <a:r>
              <a:rPr lang="en-IN" dirty="0">
                <a:latin typeface="Times New Roman" panose="02020603050405020304" pitchFamily="18" charset="0"/>
                <a:cs typeface="Times New Roman" panose="02020603050405020304" pitchFamily="18" charset="0"/>
              </a:rPr>
              <a:t>Ex: int </a:t>
            </a:r>
            <a:r>
              <a:rPr lang="en-IN" dirty="0" err="1">
                <a:latin typeface="Times New Roman" panose="02020603050405020304" pitchFamily="18" charset="0"/>
                <a:cs typeface="Times New Roman" panose="02020603050405020304" pitchFamily="18" charset="0"/>
              </a:rPr>
              <a:t>num</a:t>
            </a:r>
            <a:r>
              <a:rPr lang="en-IN" dirty="0">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Memory allocation is of 2 types:</a:t>
            </a:r>
          </a:p>
          <a:p>
            <a:pPr marL="514350" indent="-514350">
              <a:buFont typeface="+mj-lt"/>
              <a:buAutoNum type="romanUcPeriod"/>
            </a:pPr>
            <a:r>
              <a:rPr lang="en-IN" dirty="0">
                <a:latin typeface="Times New Roman" panose="02020603050405020304" pitchFamily="18" charset="0"/>
                <a:cs typeface="Times New Roman" panose="02020603050405020304" pitchFamily="18" charset="0"/>
              </a:rPr>
              <a:t>Static Memory Allocation</a:t>
            </a:r>
          </a:p>
          <a:p>
            <a:pPr marL="514350" indent="-514350">
              <a:buFont typeface="+mj-lt"/>
              <a:buAutoNum type="romanUcPeriod"/>
            </a:pPr>
            <a:r>
              <a:rPr lang="en-IN" dirty="0">
                <a:latin typeface="Times New Roman" panose="02020603050405020304" pitchFamily="18" charset="0"/>
                <a:cs typeface="Times New Roman" panose="02020603050405020304" pitchFamily="18" charset="0"/>
              </a:rPr>
              <a:t>Dynamic Memory Allocation</a:t>
            </a:r>
          </a:p>
          <a:p>
            <a:r>
              <a:rPr lang="en-IN" dirty="0">
                <a:latin typeface="Times New Roman" panose="02020603050405020304" pitchFamily="18" charset="0"/>
                <a:cs typeface="Times New Roman" panose="02020603050405020304" pitchFamily="18" charset="0"/>
              </a:rPr>
              <a:t>Ex1: int </a:t>
            </a:r>
            <a:r>
              <a:rPr lang="en-IN" dirty="0" err="1">
                <a:latin typeface="Times New Roman" panose="02020603050405020304" pitchFamily="18" charset="0"/>
                <a:cs typeface="Times New Roman" panose="02020603050405020304" pitchFamily="18" charset="0"/>
              </a:rPr>
              <a:t>arr</a:t>
            </a:r>
            <a:r>
              <a:rPr lang="en-IN" dirty="0">
                <a:latin typeface="Times New Roman" panose="02020603050405020304" pitchFamily="18" charset="0"/>
                <a:cs typeface="Times New Roman" panose="02020603050405020304" pitchFamily="18" charset="0"/>
              </a:rPr>
              <a:t>[5]={10,20,30,40,50};</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C9E3DA0D-8489-8B34-C879-DA62FC150860}"/>
              </a:ext>
            </a:extLst>
          </p:cNvPr>
          <p:cNvSpPr>
            <a:spLocks noGrp="1"/>
          </p:cNvSpPr>
          <p:nvPr>
            <p:ph type="title"/>
          </p:nvPr>
        </p:nvSpPr>
        <p:spPr>
          <a:xfrm>
            <a:off x="227348" y="-42042"/>
            <a:ext cx="11125236" cy="1104900"/>
          </a:xfrm>
        </p:spPr>
        <p:txBody>
          <a:bodyPr/>
          <a:lstStyle/>
          <a:p>
            <a:r>
              <a:rPr lang="en-IN" sz="4800" dirty="0">
                <a:latin typeface="Times New Roman" panose="02020603050405020304" pitchFamily="18" charset="0"/>
                <a:cs typeface="Times New Roman" panose="02020603050405020304" pitchFamily="18" charset="0"/>
              </a:rPr>
              <a:t>MEMORY ALLOCATION</a:t>
            </a:r>
          </a:p>
        </p:txBody>
      </p:sp>
      <p:graphicFrame>
        <p:nvGraphicFramePr>
          <p:cNvPr id="3" name="Table 4">
            <a:extLst>
              <a:ext uri="{FF2B5EF4-FFF2-40B4-BE49-F238E27FC236}">
                <a16:creationId xmlns:a16="http://schemas.microsoft.com/office/drawing/2014/main" id="{652C8844-0DD3-0B55-4A98-156C26E1891A}"/>
              </a:ext>
            </a:extLst>
          </p:cNvPr>
          <p:cNvGraphicFramePr>
            <a:graphicFrameLocks noGrp="1"/>
          </p:cNvGraphicFramePr>
          <p:nvPr>
            <p:extLst>
              <p:ext uri="{D42A27DB-BD31-4B8C-83A1-F6EECF244321}">
                <p14:modId xmlns:p14="http://schemas.microsoft.com/office/powerpoint/2010/main" val="3650026445"/>
              </p:ext>
            </p:extLst>
          </p:nvPr>
        </p:nvGraphicFramePr>
        <p:xfrm>
          <a:off x="2848303" y="2876030"/>
          <a:ext cx="3090044" cy="365760"/>
        </p:xfrm>
        <a:graphic>
          <a:graphicData uri="http://schemas.openxmlformats.org/drawingml/2006/table">
            <a:tbl>
              <a:tblPr firstRow="1" bandRow="1">
                <a:tableStyleId>{5C22544A-7EE6-4342-B048-85BDC9FD1C3A}</a:tableStyleId>
              </a:tblPr>
              <a:tblGrid>
                <a:gridCol w="772511">
                  <a:extLst>
                    <a:ext uri="{9D8B030D-6E8A-4147-A177-3AD203B41FA5}">
                      <a16:colId xmlns:a16="http://schemas.microsoft.com/office/drawing/2014/main" val="2878009719"/>
                    </a:ext>
                  </a:extLst>
                </a:gridCol>
                <a:gridCol w="772511">
                  <a:extLst>
                    <a:ext uri="{9D8B030D-6E8A-4147-A177-3AD203B41FA5}">
                      <a16:colId xmlns:a16="http://schemas.microsoft.com/office/drawing/2014/main" val="1115707242"/>
                    </a:ext>
                  </a:extLst>
                </a:gridCol>
                <a:gridCol w="772511">
                  <a:extLst>
                    <a:ext uri="{9D8B030D-6E8A-4147-A177-3AD203B41FA5}">
                      <a16:colId xmlns:a16="http://schemas.microsoft.com/office/drawing/2014/main" val="3484722487"/>
                    </a:ext>
                  </a:extLst>
                </a:gridCol>
                <a:gridCol w="772511">
                  <a:extLst>
                    <a:ext uri="{9D8B030D-6E8A-4147-A177-3AD203B41FA5}">
                      <a16:colId xmlns:a16="http://schemas.microsoft.com/office/drawing/2014/main" val="2466589729"/>
                    </a:ext>
                  </a:extLst>
                </a:gridCol>
              </a:tblGrid>
              <a:tr h="340130">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590058877"/>
                  </a:ext>
                </a:extLst>
              </a:tr>
            </a:tbl>
          </a:graphicData>
        </a:graphic>
      </p:graphicFrame>
    </p:spTree>
    <p:extLst>
      <p:ext uri="{BB962C8B-B14F-4D97-AF65-F5344CB8AC3E}">
        <p14:creationId xmlns:p14="http://schemas.microsoft.com/office/powerpoint/2010/main" val="2792522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B1734F-8024-B64B-56CB-321F391B1E47}"/>
              </a:ext>
            </a:extLst>
          </p:cNvPr>
          <p:cNvSpPr>
            <a:spLocks noGrp="1"/>
          </p:cNvSpPr>
          <p:nvPr>
            <p:ph type="title"/>
          </p:nvPr>
        </p:nvSpPr>
        <p:spPr/>
        <p:txBody>
          <a:bodyPr/>
          <a:lstStyle/>
          <a:p>
            <a:r>
              <a:rPr lang="en-IN" sz="4800" dirty="0">
                <a:latin typeface="Times New Roman" panose="02020603050405020304" pitchFamily="18" charset="0"/>
                <a:cs typeface="Times New Roman" panose="02020603050405020304" pitchFamily="18" charset="0"/>
              </a:rPr>
              <a:t>STATIC VS DYNAMIC</a:t>
            </a:r>
          </a:p>
        </p:txBody>
      </p:sp>
      <p:graphicFrame>
        <p:nvGraphicFramePr>
          <p:cNvPr id="10" name="Table 10">
            <a:extLst>
              <a:ext uri="{FF2B5EF4-FFF2-40B4-BE49-F238E27FC236}">
                <a16:creationId xmlns:a16="http://schemas.microsoft.com/office/drawing/2014/main" id="{C1B2BC02-D7F8-C3EF-F023-73A393DF1974}"/>
              </a:ext>
            </a:extLst>
          </p:cNvPr>
          <p:cNvGraphicFramePr>
            <a:graphicFrameLocks noGrp="1"/>
          </p:cNvGraphicFramePr>
          <p:nvPr>
            <p:extLst>
              <p:ext uri="{D42A27DB-BD31-4B8C-83A1-F6EECF244321}">
                <p14:modId xmlns:p14="http://schemas.microsoft.com/office/powerpoint/2010/main" val="855697371"/>
              </p:ext>
            </p:extLst>
          </p:nvPr>
        </p:nvGraphicFramePr>
        <p:xfrm>
          <a:off x="548640" y="1328286"/>
          <a:ext cx="9611360" cy="4631584"/>
        </p:xfrm>
        <a:graphic>
          <a:graphicData uri="http://schemas.openxmlformats.org/drawingml/2006/table">
            <a:tbl>
              <a:tblPr firstRow="1" bandRow="1">
                <a:tableStyleId>{5C22544A-7EE6-4342-B048-85BDC9FD1C3A}</a:tableStyleId>
              </a:tblPr>
              <a:tblGrid>
                <a:gridCol w="4805680">
                  <a:extLst>
                    <a:ext uri="{9D8B030D-6E8A-4147-A177-3AD203B41FA5}">
                      <a16:colId xmlns:a16="http://schemas.microsoft.com/office/drawing/2014/main" val="2651907052"/>
                    </a:ext>
                  </a:extLst>
                </a:gridCol>
                <a:gridCol w="4805680">
                  <a:extLst>
                    <a:ext uri="{9D8B030D-6E8A-4147-A177-3AD203B41FA5}">
                      <a16:colId xmlns:a16="http://schemas.microsoft.com/office/drawing/2014/main" val="4218070281"/>
                    </a:ext>
                  </a:extLst>
                </a:gridCol>
              </a:tblGrid>
              <a:tr h="632116">
                <a:tc>
                  <a:txBody>
                    <a:bodyPr/>
                    <a:lstStyle/>
                    <a:p>
                      <a:r>
                        <a:rPr lang="en-IN" sz="2000" dirty="0">
                          <a:latin typeface="Times New Roman" panose="02020603050405020304" pitchFamily="18" charset="0"/>
                          <a:cs typeface="Times New Roman" panose="02020603050405020304" pitchFamily="18" charset="0"/>
                        </a:rPr>
                        <a:t>STATIC MEMORY ALLOCATION</a:t>
                      </a:r>
                    </a:p>
                  </a:txBody>
                  <a:tcPr/>
                </a:tc>
                <a:tc>
                  <a:txBody>
                    <a:bodyPr/>
                    <a:lstStyle/>
                    <a:p>
                      <a:r>
                        <a:rPr lang="en-IN" sz="2000" dirty="0">
                          <a:latin typeface="Times New Roman" panose="02020603050405020304" pitchFamily="18" charset="0"/>
                          <a:cs typeface="Times New Roman" panose="02020603050405020304" pitchFamily="18" charset="0"/>
                        </a:rPr>
                        <a:t>DYNAMIC MEMORY ALLOCATION</a:t>
                      </a:r>
                    </a:p>
                  </a:txBody>
                  <a:tcPr/>
                </a:tc>
                <a:extLst>
                  <a:ext uri="{0D108BD9-81ED-4DB2-BD59-A6C34878D82A}">
                    <a16:rowId xmlns:a16="http://schemas.microsoft.com/office/drawing/2014/main" val="3279310509"/>
                  </a:ext>
                </a:extLst>
              </a:tr>
              <a:tr h="632116">
                <a:tc>
                  <a:txBody>
                    <a:bodyPr/>
                    <a:lstStyle/>
                    <a:p>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Allocated at compile-time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Allocated at runtime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49508970"/>
                  </a:ext>
                </a:extLst>
              </a:tr>
              <a:tr h="632116">
                <a:tc>
                  <a:txBody>
                    <a:bodyPr/>
                    <a:lstStyle/>
                    <a:p>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Memory size is fixed </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Memory size can be changed during runtime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47922941"/>
                  </a:ext>
                </a:extLst>
              </a:tr>
              <a:tr h="632116">
                <a:tc>
                  <a:txBody>
                    <a:bodyPr/>
                    <a:lstStyle/>
                    <a:p>
                      <a:pPr algn="l"/>
                      <a:r>
                        <a:rPr lang="en-IN" sz="2000" dirty="0">
                          <a:solidFill>
                            <a:srgbClr val="000000"/>
                          </a:solidFill>
                          <a:effectLst/>
                          <a:latin typeface="Times New Roman" panose="02020603050405020304" pitchFamily="18" charset="0"/>
                          <a:cs typeface="Times New Roman" panose="02020603050405020304" pitchFamily="18" charset="0"/>
                        </a:rPr>
                        <a:t>Memory is allocated in the stack section in memory layout</a:t>
                      </a:r>
                    </a:p>
                  </a:txBody>
                  <a:tcPr marL="50800" marR="50800" marT="12700" marB="38100" anchor="ctr"/>
                </a:tc>
                <a:tc>
                  <a:txBody>
                    <a:bodyPr/>
                    <a:lstStyle/>
                    <a:p>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Memory is allocated in the heap section in memory layout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23453866"/>
                  </a:ext>
                </a:extLst>
              </a:tr>
              <a:tr h="632116">
                <a:tc>
                  <a:txBody>
                    <a:bodyPr/>
                    <a:lstStyle/>
                    <a:p>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Memory is automatically deallocated when a program exit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Memory must be explicitly deallocated using free() function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0238071"/>
                  </a:ext>
                </a:extLst>
              </a:tr>
              <a:tr h="632116">
                <a:tc>
                  <a:txBody>
                    <a:bodyPr/>
                    <a:lstStyle/>
                    <a:p>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Cannot handle unpredictable data size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Can handle unpredictable data size by allocating memory as needed using </a:t>
                      </a:r>
                      <a:r>
                        <a:rPr lang="en-IN" sz="2000" b="0" i="0" kern="1200" dirty="0" err="1">
                          <a:solidFill>
                            <a:schemeClr val="dk1"/>
                          </a:solidFill>
                          <a:effectLst/>
                          <a:latin typeface="Times New Roman" panose="02020603050405020304" pitchFamily="18" charset="0"/>
                          <a:ea typeface="+mn-ea"/>
                          <a:cs typeface="Times New Roman" panose="02020603050405020304" pitchFamily="18" charset="0"/>
                        </a:rPr>
                        <a:t>realloc</a:t>
                      </a:r>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70804044"/>
                  </a:ext>
                </a:extLst>
              </a:tr>
              <a:tr h="632116">
                <a:tc>
                  <a:txBody>
                    <a:bodyPr/>
                    <a:lstStyle/>
                    <a:p>
                      <a:pPr algn="l"/>
                      <a:r>
                        <a:rPr lang="en-IN" sz="2000" dirty="0">
                          <a:solidFill>
                            <a:srgbClr val="000000"/>
                          </a:solidFill>
                          <a:effectLst/>
                          <a:latin typeface="Times New Roman" panose="02020603050405020304" pitchFamily="18" charset="0"/>
                          <a:cs typeface="Times New Roman" panose="02020603050405020304" pitchFamily="18" charset="0"/>
                        </a:rPr>
                        <a:t>More efficient in terms of processing time</a:t>
                      </a:r>
                    </a:p>
                  </a:txBody>
                  <a:tcPr marL="50800" marR="50800" marT="12700" marB="38100" anchor="ctr"/>
                </a:tc>
                <a:tc>
                  <a:txBody>
                    <a:bodyPr/>
                    <a:lstStyle/>
                    <a:p>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Less efficient in terms of processing time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74957758"/>
                  </a:ext>
                </a:extLst>
              </a:tr>
            </a:tbl>
          </a:graphicData>
        </a:graphic>
      </p:graphicFrame>
    </p:spTree>
    <p:extLst>
      <p:ext uri="{BB962C8B-B14F-4D97-AF65-F5344CB8AC3E}">
        <p14:creationId xmlns:p14="http://schemas.microsoft.com/office/powerpoint/2010/main" val="1909872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BCD617D-63ED-F11A-7094-E8E90CED9A53}"/>
              </a:ext>
            </a:extLst>
          </p:cNvPr>
          <p:cNvSpPr>
            <a:spLocks noGrp="1"/>
          </p:cNvSpPr>
          <p:nvPr>
            <p:ph type="body" sz="quarter" idx="10"/>
          </p:nvPr>
        </p:nvSpPr>
        <p:spPr>
          <a:xfrm>
            <a:off x="227349" y="819808"/>
            <a:ext cx="11700000" cy="5461746"/>
          </a:xfrm>
        </p:spPr>
        <p:txBody>
          <a:bodyPr>
            <a:noAutofit/>
          </a:bodyPr>
          <a:lstStyle/>
          <a:p>
            <a:pPr marL="342900" indent="-342900">
              <a:buFont typeface="Wingdings" panose="05000000000000000000" pitchFamily="2" charset="2"/>
              <a:buChar char="Ø"/>
            </a:pPr>
            <a:r>
              <a:rPr lang="en-IN" b="0" i="0" dirty="0">
                <a:solidFill>
                  <a:srgbClr val="333333"/>
                </a:solidFill>
                <a:effectLst/>
                <a:latin typeface="Times New Roman" panose="02020603050405020304" pitchFamily="18" charset="0"/>
                <a:cs typeface="Times New Roman" panose="02020603050405020304" pitchFamily="18" charset="0"/>
              </a:rPr>
              <a:t>Dynamic memory allocation and deallocation is possible by 4 functions of “</a:t>
            </a:r>
            <a:r>
              <a:rPr lang="en-IN" b="0" i="0" dirty="0" err="1">
                <a:solidFill>
                  <a:srgbClr val="333333"/>
                </a:solidFill>
                <a:effectLst/>
                <a:latin typeface="Times New Roman" panose="02020603050405020304" pitchFamily="18" charset="0"/>
                <a:cs typeface="Times New Roman" panose="02020603050405020304" pitchFamily="18" charset="0"/>
              </a:rPr>
              <a:t>stdlib.h</a:t>
            </a:r>
            <a:r>
              <a:rPr lang="en-IN" b="0" i="0" dirty="0">
                <a:solidFill>
                  <a:srgbClr val="333333"/>
                </a:solidFill>
                <a:effectLst/>
                <a:latin typeface="Times New Roman" panose="02020603050405020304" pitchFamily="18" charset="0"/>
                <a:cs typeface="Times New Roman" panose="02020603050405020304" pitchFamily="18" charset="0"/>
              </a:rPr>
              <a:t>” header file.</a:t>
            </a:r>
          </a:p>
          <a:p>
            <a:pPr marL="342900" indent="-342900">
              <a:buFont typeface="Wingdings" panose="05000000000000000000" pitchFamily="2" charset="2"/>
              <a:buChar char="Ø"/>
            </a:pPr>
            <a:r>
              <a:rPr lang="en-IN" b="0" i="0" dirty="0">
                <a:solidFill>
                  <a:srgbClr val="333333"/>
                </a:solidFill>
                <a:effectLst/>
                <a:latin typeface="Times New Roman" panose="02020603050405020304" pitchFamily="18" charset="0"/>
                <a:cs typeface="Times New Roman" panose="02020603050405020304" pitchFamily="18" charset="0"/>
              </a:rPr>
              <a:t>Pointers play an Important role in Dynamic Memory Allocation because we can access Dynamically Allocated Memory using pointers.</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following are 4 types of Dynamic Memory Allocation Functions</a:t>
            </a:r>
          </a:p>
          <a:p>
            <a:pPr marL="342900" indent="-34290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malloc()</a:t>
            </a:r>
          </a:p>
          <a:p>
            <a:pPr marL="342900" indent="-342900">
              <a:buFont typeface="Wingdings" panose="05000000000000000000" pitchFamily="2" charset="2"/>
              <a:buChar char="v"/>
            </a:pPr>
            <a:r>
              <a:rPr lang="en-US" dirty="0" err="1">
                <a:latin typeface="Times New Roman" panose="02020603050405020304" pitchFamily="18" charset="0"/>
                <a:cs typeface="Times New Roman" panose="02020603050405020304" pitchFamily="18" charset="0"/>
              </a:rPr>
              <a:t>calloc</a:t>
            </a:r>
            <a:r>
              <a:rPr lang="en-US"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v"/>
            </a:pPr>
            <a:r>
              <a:rPr lang="en-US" dirty="0" err="1">
                <a:latin typeface="Times New Roman" panose="02020603050405020304" pitchFamily="18" charset="0"/>
                <a:cs typeface="Times New Roman" panose="02020603050405020304" pitchFamily="18" charset="0"/>
              </a:rPr>
              <a:t>realloc</a:t>
            </a:r>
            <a:r>
              <a:rPr lang="en-US"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free()</a:t>
            </a:r>
            <a:endParaRPr lang="en-US" dirty="0">
              <a:solidFill>
                <a:schemeClr val="accent2"/>
              </a:solidFill>
              <a:latin typeface="Times New Roman" panose="02020603050405020304" pitchFamily="18" charset="0"/>
              <a:cs typeface="Times New Roman" panose="02020603050405020304" pitchFamily="18" charset="0"/>
            </a:endParaRPr>
          </a:p>
          <a:p>
            <a:r>
              <a:rPr lang="en-US" dirty="0">
                <a:solidFill>
                  <a:schemeClr val="accent2"/>
                </a:solidFill>
                <a:latin typeface="Times New Roman" panose="02020603050405020304" pitchFamily="18" charset="0"/>
                <a:cs typeface="Times New Roman" panose="02020603050405020304" pitchFamily="18" charset="0"/>
              </a:rPr>
              <a:t>Malloc:</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name malloc stands for memory allocation.</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malloc() function reserves a block of memory of the specified number of bytes and returns a pointer of  void which can be casted into pointers of any form.</a:t>
            </a:r>
          </a:p>
          <a:p>
            <a:r>
              <a:rPr lang="en-IN" dirty="0">
                <a:solidFill>
                  <a:schemeClr val="accent2"/>
                </a:solidFill>
                <a:latin typeface="Times New Roman" panose="02020603050405020304" pitchFamily="18" charset="0"/>
                <a:cs typeface="Times New Roman" panose="02020603050405020304" pitchFamily="18" charset="0"/>
              </a:rPr>
              <a:t>Syntax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ptr</a:t>
            </a:r>
            <a:r>
              <a:rPr lang="en-IN" dirty="0">
                <a:latin typeface="Times New Roman" panose="02020603050405020304" pitchFamily="18" charset="0"/>
                <a:cs typeface="Times New Roman" panose="02020603050405020304" pitchFamily="18" charset="0"/>
              </a:rPr>
              <a:t>=(void*)malloc(size);</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ptr</a:t>
            </a:r>
            <a:r>
              <a:rPr lang="en-IN" dirty="0">
                <a:latin typeface="Times New Roman" panose="02020603050405020304" pitchFamily="18" charset="0"/>
                <a:cs typeface="Times New Roman" panose="02020603050405020304" pitchFamily="18" charset="0"/>
              </a:rPr>
              <a:t>=(int  *) malloc(10*</a:t>
            </a:r>
            <a:r>
              <a:rPr lang="en-IN" dirty="0" err="1">
                <a:latin typeface="Times New Roman" panose="02020603050405020304" pitchFamily="18" charset="0"/>
                <a:cs typeface="Times New Roman" panose="02020603050405020304" pitchFamily="18" charset="0"/>
              </a:rPr>
              <a:t>sizeof</a:t>
            </a:r>
            <a:r>
              <a:rPr lang="en-IN" dirty="0">
                <a:latin typeface="Times New Roman" panose="02020603050405020304" pitchFamily="18" charset="0"/>
                <a:cs typeface="Times New Roman" panose="02020603050405020304" pitchFamily="18" charset="0"/>
              </a:rPr>
              <a:t>(int));</a:t>
            </a:r>
          </a:p>
          <a:p>
            <a:pPr marL="342900" indent="-342900">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52DC7D31-FDA7-1F40-25EA-22B8FC0206F3}"/>
              </a:ext>
            </a:extLst>
          </p:cNvPr>
          <p:cNvSpPr>
            <a:spLocks noGrp="1"/>
          </p:cNvSpPr>
          <p:nvPr>
            <p:ph type="title"/>
          </p:nvPr>
        </p:nvSpPr>
        <p:spPr/>
        <p:txBody>
          <a:bodyPr/>
          <a:lstStyle/>
          <a:p>
            <a:r>
              <a:rPr lang="en-IN" sz="4800" dirty="0">
                <a:latin typeface="Times New Roman" panose="02020603050405020304" pitchFamily="18" charset="0"/>
                <a:cs typeface="Times New Roman" panose="02020603050405020304" pitchFamily="18" charset="0"/>
              </a:rPr>
              <a:t>DYNAMIC MEMORY ALLOCATION</a:t>
            </a:r>
            <a:endParaRPr lang="en-IN" sz="4800" dirty="0"/>
          </a:p>
        </p:txBody>
      </p:sp>
    </p:spTree>
    <p:extLst>
      <p:ext uri="{BB962C8B-B14F-4D97-AF65-F5344CB8AC3E}">
        <p14:creationId xmlns:p14="http://schemas.microsoft.com/office/powerpoint/2010/main" val="3062359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787303-3D27-5171-CC7E-2E92B131805D}"/>
              </a:ext>
            </a:extLst>
          </p:cNvPr>
          <p:cNvSpPr>
            <a:spLocks noGrp="1"/>
          </p:cNvSpPr>
          <p:nvPr>
            <p:ph type="body" sz="quarter" idx="10"/>
          </p:nvPr>
        </p:nvSpPr>
        <p:spPr>
          <a:xfrm>
            <a:off x="227349" y="924026"/>
            <a:ext cx="11700000" cy="5357528"/>
          </a:xfrm>
        </p:spPr>
        <p:txBody>
          <a:bodyPr/>
          <a:lstStyle/>
          <a:p>
            <a:pPr marL="342900" indent="-342900" algn="just">
              <a:buFont typeface="Courier New" panose="02070309020205020404" pitchFamily="49" charset="0"/>
              <a:buChar char="o"/>
            </a:pP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 stands for contiguous allocation</a:t>
            </a:r>
          </a:p>
          <a:p>
            <a:pPr marL="342900" indent="-342900" algn="just">
              <a:buFont typeface="Courier New" panose="02070309020205020404" pitchFamily="49" charset="0"/>
              <a:buChar char="o"/>
            </a:pP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 function is used to allocate multiple blocks of memory.</a:t>
            </a:r>
          </a:p>
          <a:p>
            <a:pPr algn="just"/>
            <a:r>
              <a:rPr lang="en-IN" dirty="0">
                <a:solidFill>
                  <a:schemeClr val="accent2"/>
                </a:solidFill>
                <a:latin typeface="Times New Roman" panose="02020603050405020304" pitchFamily="18" charset="0"/>
                <a:cs typeface="Times New Roman" panose="02020603050405020304" pitchFamily="18" charset="0"/>
              </a:rPr>
              <a:t>Syntax:</a:t>
            </a:r>
          </a:p>
          <a:p>
            <a:pPr algn="just"/>
            <a:r>
              <a:rPr lang="en-IN" dirty="0">
                <a:solidFill>
                  <a:schemeClr val="accent2"/>
                </a:solidFill>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ptr</a:t>
            </a:r>
            <a:r>
              <a:rPr lang="en-IN" dirty="0">
                <a:latin typeface="Times New Roman" panose="02020603050405020304" pitchFamily="18" charset="0"/>
                <a:cs typeface="Times New Roman" panose="02020603050405020304" pitchFamily="18" charset="0"/>
              </a:rPr>
              <a:t>=void *</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n,size</a:t>
            </a:r>
            <a:r>
              <a:rPr lang="en-IN" dirty="0">
                <a:latin typeface="Times New Roman" panose="02020603050405020304" pitchFamily="18" charset="0"/>
                <a:cs typeface="Times New Roman" panose="02020603050405020304" pitchFamily="18" charset="0"/>
              </a:rPr>
              <a:t>);</a:t>
            </a:r>
          </a:p>
          <a:p>
            <a:pPr algn="just"/>
            <a:r>
              <a:rPr lang="en-IN" dirty="0">
                <a:solidFill>
                  <a:schemeClr val="accent2"/>
                </a:solidFill>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ptr</a:t>
            </a:r>
            <a:r>
              <a:rPr lang="en-IN" dirty="0">
                <a:latin typeface="Times New Roman" panose="02020603050405020304" pitchFamily="18" charset="0"/>
                <a:cs typeface="Times New Roman" panose="02020603050405020304" pitchFamily="18" charset="0"/>
              </a:rPr>
              <a:t>=int*</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(5,size(int));</a:t>
            </a:r>
          </a:p>
          <a:p>
            <a:pPr algn="just"/>
            <a:endParaRPr lang="en-IN" dirty="0">
              <a:solidFill>
                <a:schemeClr val="accent2"/>
              </a:solidFill>
              <a:latin typeface="Times New Roman" panose="02020603050405020304" pitchFamily="18" charset="0"/>
              <a:cs typeface="Times New Roman" panose="02020603050405020304" pitchFamily="18" charset="0"/>
            </a:endParaRPr>
          </a:p>
          <a:p>
            <a:pPr algn="just"/>
            <a:r>
              <a:rPr lang="en-IN" dirty="0">
                <a:solidFill>
                  <a:schemeClr val="accent2"/>
                </a:solidFill>
                <a:latin typeface="Times New Roman" panose="02020603050405020304" pitchFamily="18" charset="0"/>
                <a:cs typeface="Times New Roman" panose="02020603050405020304" pitchFamily="18" charset="0"/>
              </a:rPr>
              <a:t>malloc vs </a:t>
            </a:r>
            <a:r>
              <a:rPr lang="en-IN" dirty="0" err="1">
                <a:solidFill>
                  <a:schemeClr val="accent2"/>
                </a:solidFill>
                <a:latin typeface="Times New Roman" panose="02020603050405020304" pitchFamily="18" charset="0"/>
                <a:cs typeface="Times New Roman" panose="02020603050405020304" pitchFamily="18" charset="0"/>
              </a:rPr>
              <a:t>calloc</a:t>
            </a:r>
            <a:endParaRPr lang="en-IN" dirty="0">
              <a:solidFill>
                <a:schemeClr val="accent2"/>
              </a:solidFill>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The main 2 differences between malloc and </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 is </a:t>
            </a:r>
          </a:p>
          <a:p>
            <a:pPr marL="34290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Memory allocated by malloc() contains Garbage value while memory allocated by </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 is initialized to 0.</a:t>
            </a:r>
          </a:p>
          <a:p>
            <a:pPr marL="342900" indent="-342900" algn="just">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 has 2 arguments, whereas malloc has one argument.</a:t>
            </a:r>
          </a:p>
          <a:p>
            <a:pPr algn="just"/>
            <a:r>
              <a:rPr lang="en-IN" dirty="0" err="1">
                <a:latin typeface="Times New Roman" panose="02020603050405020304" pitchFamily="18" charset="0"/>
                <a:cs typeface="Times New Roman" panose="02020603050405020304" pitchFamily="18" charset="0"/>
              </a:rPr>
              <a:t>ptr</a:t>
            </a:r>
            <a:r>
              <a:rPr lang="en-IN" dirty="0">
                <a:latin typeface="Times New Roman" panose="02020603050405020304" pitchFamily="18" charset="0"/>
                <a:cs typeface="Times New Roman" panose="02020603050405020304" pitchFamily="18" charset="0"/>
              </a:rPr>
              <a:t>=(int*)</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(5,sizeof(int));</a:t>
            </a:r>
          </a:p>
          <a:p>
            <a:pPr algn="just"/>
            <a:r>
              <a:rPr lang="en-IN" dirty="0" err="1">
                <a:latin typeface="Times New Roman" panose="02020603050405020304" pitchFamily="18" charset="0"/>
                <a:cs typeface="Times New Roman" panose="02020603050405020304" pitchFamily="18" charset="0"/>
              </a:rPr>
              <a:t>Ptr</a:t>
            </a:r>
            <a:r>
              <a:rPr lang="en-IN" dirty="0">
                <a:latin typeface="Times New Roman" panose="02020603050405020304" pitchFamily="18" charset="0"/>
                <a:cs typeface="Times New Roman" panose="02020603050405020304" pitchFamily="18" charset="0"/>
              </a:rPr>
              <a:t>=(int*)malloc(5*size0f(int));</a:t>
            </a:r>
          </a:p>
          <a:p>
            <a:pPr algn="just"/>
            <a:r>
              <a:rPr lang="en-IN" dirty="0">
                <a:latin typeface="Times New Roman" panose="02020603050405020304" pitchFamily="18" charset="0"/>
                <a:cs typeface="Times New Roman" panose="02020603050405020304" pitchFamily="18" charset="0"/>
              </a:rPr>
              <a:t>Both malloc() and </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 Returns NULL if there is not sufficient memory available in the heap.</a:t>
            </a:r>
          </a:p>
        </p:txBody>
      </p:sp>
      <p:sp>
        <p:nvSpPr>
          <p:cNvPr id="3" name="Title 2">
            <a:extLst>
              <a:ext uri="{FF2B5EF4-FFF2-40B4-BE49-F238E27FC236}">
                <a16:creationId xmlns:a16="http://schemas.microsoft.com/office/drawing/2014/main" id="{7A9B99FE-8E72-754B-2EBF-B993CE86F5CA}"/>
              </a:ext>
            </a:extLst>
          </p:cNvPr>
          <p:cNvSpPr>
            <a:spLocks noGrp="1"/>
          </p:cNvSpPr>
          <p:nvPr>
            <p:ph type="title"/>
          </p:nvPr>
        </p:nvSpPr>
        <p:spPr/>
        <p:txBody>
          <a:bodyPr/>
          <a:lstStyle/>
          <a:p>
            <a:r>
              <a:rPr lang="en-IN" dirty="0">
                <a:solidFill>
                  <a:schemeClr val="accent2"/>
                </a:solidFill>
              </a:rPr>
              <a:t>CALLOC</a:t>
            </a:r>
          </a:p>
        </p:txBody>
      </p:sp>
    </p:spTree>
    <p:extLst>
      <p:ext uri="{BB962C8B-B14F-4D97-AF65-F5344CB8AC3E}">
        <p14:creationId xmlns:p14="http://schemas.microsoft.com/office/powerpoint/2010/main" val="3697946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F45670B-B0C6-424C-BCBA-FDEC939FB899}"/>
              </a:ext>
            </a:extLst>
          </p:cNvPr>
          <p:cNvSpPr>
            <a:spLocks noGrp="1"/>
          </p:cNvSpPr>
          <p:nvPr>
            <p:ph type="body" sz="quarter" idx="10"/>
          </p:nvPr>
        </p:nvSpPr>
        <p:spPr>
          <a:xfrm>
            <a:off x="227348" y="1104900"/>
            <a:ext cx="11699999" cy="5176653"/>
          </a:xfrm>
        </p:spPr>
        <p:txBody>
          <a:bodyPr>
            <a:noAutofit/>
          </a:bodyPr>
          <a:lstStyle/>
          <a:p>
            <a:r>
              <a:rPr lang="en-IN" b="0" i="0" dirty="0">
                <a:solidFill>
                  <a:srgbClr val="333333"/>
                </a:solidFill>
                <a:effectLst/>
                <a:latin typeface="Times New Roman" panose="02020603050405020304" pitchFamily="18" charset="0"/>
                <a:cs typeface="Times New Roman" panose="02020603050405020304" pitchFamily="18" charset="0"/>
              </a:rPr>
              <a:t>If memory is not sufficient for malloc() or </a:t>
            </a:r>
            <a:r>
              <a:rPr lang="en-IN" b="0" i="0" dirty="0" err="1">
                <a:solidFill>
                  <a:srgbClr val="333333"/>
                </a:solidFill>
                <a:effectLst/>
                <a:latin typeface="Times New Roman" panose="02020603050405020304" pitchFamily="18" charset="0"/>
                <a:cs typeface="Times New Roman" panose="02020603050405020304" pitchFamily="18" charset="0"/>
              </a:rPr>
              <a:t>calloc</a:t>
            </a:r>
            <a:r>
              <a:rPr lang="en-IN" b="0" i="0" dirty="0">
                <a:solidFill>
                  <a:srgbClr val="333333"/>
                </a:solidFill>
                <a:effectLst/>
                <a:latin typeface="Times New Roman" panose="02020603050405020304" pitchFamily="18" charset="0"/>
                <a:cs typeface="Times New Roman" panose="02020603050405020304" pitchFamily="18" charset="0"/>
              </a:rPr>
              <a:t>(), you can reallocate the memory by </a:t>
            </a:r>
            <a:r>
              <a:rPr lang="en-IN" b="0" i="0" dirty="0" err="1">
                <a:solidFill>
                  <a:srgbClr val="333333"/>
                </a:solidFill>
                <a:effectLst/>
                <a:latin typeface="Times New Roman" panose="02020603050405020304" pitchFamily="18" charset="0"/>
                <a:cs typeface="Times New Roman" panose="02020603050405020304" pitchFamily="18" charset="0"/>
              </a:rPr>
              <a:t>realloc</a:t>
            </a:r>
            <a:r>
              <a:rPr lang="en-IN" b="0" i="0" dirty="0">
                <a:solidFill>
                  <a:srgbClr val="333333"/>
                </a:solidFill>
                <a:effectLst/>
                <a:latin typeface="Times New Roman" panose="02020603050405020304" pitchFamily="18" charset="0"/>
                <a:cs typeface="Times New Roman" panose="02020603050405020304" pitchFamily="18" charset="0"/>
              </a:rPr>
              <a:t>() function. In short, it changes the memory size.</a:t>
            </a:r>
          </a:p>
          <a:p>
            <a:r>
              <a:rPr lang="en-IN" dirty="0">
                <a:solidFill>
                  <a:schemeClr val="accent2"/>
                </a:solidFill>
                <a:latin typeface="Times New Roman" panose="02020603050405020304" pitchFamily="18" charset="0"/>
                <a:cs typeface="Times New Roman" panose="02020603050405020304" pitchFamily="18" charset="0"/>
              </a:rPr>
              <a:t>SYNTAX:</a:t>
            </a:r>
          </a:p>
          <a:p>
            <a:r>
              <a:rPr lang="en-IN" dirty="0" err="1">
                <a:latin typeface="Times New Roman" panose="02020603050405020304" pitchFamily="18" charset="0"/>
                <a:cs typeface="Times New Roman" panose="02020603050405020304" pitchFamily="18" charset="0"/>
              </a:rPr>
              <a:t>Ptr</a:t>
            </a:r>
            <a:r>
              <a:rPr lang="en-IN" dirty="0">
                <a:latin typeface="Times New Roman" panose="02020603050405020304" pitchFamily="18" charset="0"/>
                <a:cs typeface="Times New Roman" panose="02020603050405020304" pitchFamily="18" charset="0"/>
              </a:rPr>
              <a:t>=(int *</a:t>
            </a:r>
            <a:r>
              <a:rPr lang="en-IN" dirty="0" err="1">
                <a:latin typeface="Times New Roman" panose="02020603050405020304" pitchFamily="18" charset="0"/>
                <a:cs typeface="Times New Roman" panose="02020603050405020304" pitchFamily="18" charset="0"/>
              </a:rPr>
              <a:t>realloc</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ptr</a:t>
            </a:r>
            <a:r>
              <a:rPr lang="en-IN" dirty="0">
                <a:latin typeface="Times New Roman" panose="02020603050405020304" pitchFamily="18" charset="0"/>
                <a:cs typeface="Times New Roman" panose="02020603050405020304" pitchFamily="18" charset="0"/>
              </a:rPr>
              <a:t>, new size);</a:t>
            </a:r>
          </a:p>
          <a:p>
            <a:r>
              <a:rPr lang="en-IN" dirty="0">
                <a:solidFill>
                  <a:schemeClr val="accent2"/>
                </a:solidFill>
                <a:latin typeface="Times New Roman" panose="02020603050405020304" pitchFamily="18" charset="0"/>
                <a:cs typeface="Times New Roman" panose="02020603050405020304" pitchFamily="18" charset="0"/>
              </a:rPr>
              <a:t>Ex:</a:t>
            </a:r>
          </a:p>
          <a:p>
            <a:r>
              <a:rPr lang="en-IN" sz="1600" b="0" i="0" dirty="0">
                <a:solidFill>
                  <a:srgbClr val="333333"/>
                </a:solidFill>
                <a:effectLst/>
                <a:latin typeface="Times New Roman" panose="02020603050405020304" pitchFamily="18" charset="0"/>
                <a:cs typeface="Times New Roman" panose="02020603050405020304" pitchFamily="18" charset="0"/>
              </a:rPr>
              <a:t>#include&lt;stdlib.h&gt;</a:t>
            </a:r>
          </a:p>
          <a:p>
            <a:r>
              <a:rPr lang="en-IN" sz="1600" b="0" i="0" dirty="0">
                <a:solidFill>
                  <a:srgbClr val="333333"/>
                </a:solidFill>
                <a:effectLst/>
                <a:latin typeface="Times New Roman" panose="02020603050405020304" pitchFamily="18" charset="0"/>
                <a:cs typeface="Times New Roman" panose="02020603050405020304" pitchFamily="18" charset="0"/>
              </a:rPr>
              <a:t>int main()</a:t>
            </a:r>
          </a:p>
          <a:p>
            <a:r>
              <a:rPr lang="en-IN" sz="1600" b="0" i="0" dirty="0">
                <a:solidFill>
                  <a:srgbClr val="333333"/>
                </a:solidFill>
                <a:effectLst/>
                <a:latin typeface="Times New Roman" panose="02020603050405020304" pitchFamily="18" charset="0"/>
                <a:cs typeface="Times New Roman" panose="02020603050405020304" pitchFamily="18" charset="0"/>
              </a:rPr>
              <a:t>{</a:t>
            </a:r>
          </a:p>
          <a:p>
            <a:r>
              <a:rPr lang="en-IN" sz="1600" b="0" i="0" dirty="0">
                <a:solidFill>
                  <a:srgbClr val="333333"/>
                </a:solidFill>
                <a:effectLst/>
                <a:latin typeface="Times New Roman" panose="02020603050405020304" pitchFamily="18" charset="0"/>
                <a:cs typeface="Times New Roman" panose="02020603050405020304" pitchFamily="18" charset="0"/>
              </a:rPr>
              <a:t>    char *</a:t>
            </a:r>
            <a:r>
              <a:rPr lang="en-IN" sz="1600" b="0" i="0" dirty="0" err="1">
                <a:solidFill>
                  <a:srgbClr val="333333"/>
                </a:solidFill>
                <a:effectLst/>
                <a:latin typeface="Times New Roman" panose="02020603050405020304" pitchFamily="18" charset="0"/>
                <a:cs typeface="Times New Roman" panose="02020603050405020304" pitchFamily="18" charset="0"/>
              </a:rPr>
              <a:t>ptr</a:t>
            </a:r>
            <a:r>
              <a:rPr lang="en-IN" sz="1600" b="0" i="0" dirty="0">
                <a:solidFill>
                  <a:srgbClr val="333333"/>
                </a:solidFill>
                <a:effectLst/>
                <a:latin typeface="Times New Roman" panose="02020603050405020304" pitchFamily="18" charset="0"/>
                <a:cs typeface="Times New Roman" panose="02020603050405020304" pitchFamily="18" charset="0"/>
              </a:rPr>
              <a:t>;</a:t>
            </a:r>
          </a:p>
          <a:p>
            <a:r>
              <a:rPr lang="en-IN" sz="1600" b="0" i="0" dirty="0">
                <a:solidFill>
                  <a:srgbClr val="333333"/>
                </a:solidFill>
                <a:effectLst/>
                <a:latin typeface="Times New Roman" panose="02020603050405020304" pitchFamily="18" charset="0"/>
                <a:cs typeface="Times New Roman" panose="02020603050405020304" pitchFamily="18" charset="0"/>
              </a:rPr>
              <a:t>    </a:t>
            </a:r>
            <a:r>
              <a:rPr lang="en-IN" sz="1600" b="0" i="0" dirty="0" err="1">
                <a:solidFill>
                  <a:srgbClr val="333333"/>
                </a:solidFill>
                <a:effectLst/>
                <a:latin typeface="Times New Roman" panose="02020603050405020304" pitchFamily="18" charset="0"/>
                <a:cs typeface="Times New Roman" panose="02020603050405020304" pitchFamily="18" charset="0"/>
              </a:rPr>
              <a:t>ptr</a:t>
            </a:r>
            <a:r>
              <a:rPr lang="en-IN" sz="1600" b="0" i="0" dirty="0">
                <a:solidFill>
                  <a:srgbClr val="333333"/>
                </a:solidFill>
                <a:effectLst/>
                <a:latin typeface="Times New Roman" panose="02020603050405020304" pitchFamily="18" charset="0"/>
                <a:cs typeface="Times New Roman" panose="02020603050405020304" pitchFamily="18" charset="0"/>
              </a:rPr>
              <a:t> = NULL;</a:t>
            </a:r>
          </a:p>
          <a:p>
            <a:r>
              <a:rPr lang="en-IN" sz="1600" dirty="0">
                <a:solidFill>
                  <a:srgbClr val="333333"/>
                </a:solidFill>
                <a:latin typeface="Times New Roman" panose="02020603050405020304" pitchFamily="18" charset="0"/>
                <a:cs typeface="Times New Roman" panose="02020603050405020304" pitchFamily="18" charset="0"/>
              </a:rPr>
              <a:t>    </a:t>
            </a:r>
            <a:r>
              <a:rPr lang="en-IN" sz="1600" b="0" i="0" dirty="0" err="1">
                <a:solidFill>
                  <a:srgbClr val="333333"/>
                </a:solidFill>
                <a:effectLst/>
                <a:latin typeface="Times New Roman" panose="02020603050405020304" pitchFamily="18" charset="0"/>
                <a:cs typeface="Times New Roman" panose="02020603050405020304" pitchFamily="18" charset="0"/>
              </a:rPr>
              <a:t>ptr</a:t>
            </a:r>
            <a:r>
              <a:rPr lang="en-IN" sz="1600" b="0" i="0" dirty="0">
                <a:solidFill>
                  <a:srgbClr val="333333"/>
                </a:solidFill>
                <a:effectLst/>
                <a:latin typeface="Times New Roman" panose="02020603050405020304" pitchFamily="18" charset="0"/>
                <a:cs typeface="Times New Roman" panose="02020603050405020304" pitchFamily="18" charset="0"/>
              </a:rPr>
              <a:t> = </a:t>
            </a:r>
            <a:r>
              <a:rPr lang="en-IN" sz="1600" b="0" i="0" dirty="0" err="1">
                <a:solidFill>
                  <a:srgbClr val="333333"/>
                </a:solidFill>
                <a:effectLst/>
                <a:latin typeface="Times New Roman" panose="02020603050405020304" pitchFamily="18" charset="0"/>
                <a:cs typeface="Times New Roman" panose="02020603050405020304" pitchFamily="18" charset="0"/>
              </a:rPr>
              <a:t>realloc</a:t>
            </a:r>
            <a:r>
              <a:rPr lang="en-IN" sz="1600" b="0" i="0" dirty="0">
                <a:solidFill>
                  <a:srgbClr val="333333"/>
                </a:solidFill>
                <a:effectLst/>
                <a:latin typeface="Times New Roman" panose="02020603050405020304" pitchFamily="18" charset="0"/>
                <a:cs typeface="Times New Roman" panose="02020603050405020304" pitchFamily="18" charset="0"/>
              </a:rPr>
              <a:t>(ptr,10);</a:t>
            </a:r>
          </a:p>
          <a:p>
            <a:r>
              <a:rPr lang="en-IN" sz="1600" b="0" i="0" dirty="0">
                <a:solidFill>
                  <a:srgbClr val="333333"/>
                </a:solidFill>
                <a:effectLst/>
                <a:latin typeface="Times New Roman" panose="02020603050405020304" pitchFamily="18" charset="0"/>
                <a:cs typeface="Times New Roman" panose="02020603050405020304" pitchFamily="18" charset="0"/>
              </a:rPr>
              <a:t>    if(</a:t>
            </a:r>
            <a:r>
              <a:rPr lang="en-IN" sz="1600" b="0" i="0" dirty="0" err="1">
                <a:solidFill>
                  <a:srgbClr val="333333"/>
                </a:solidFill>
                <a:effectLst/>
                <a:latin typeface="Times New Roman" panose="02020603050405020304" pitchFamily="18" charset="0"/>
                <a:cs typeface="Times New Roman" panose="02020603050405020304" pitchFamily="18" charset="0"/>
              </a:rPr>
              <a:t>ptr</a:t>
            </a:r>
            <a:r>
              <a:rPr lang="en-IN" sz="1600" b="0" i="0" dirty="0">
                <a:solidFill>
                  <a:srgbClr val="333333"/>
                </a:solidFill>
                <a:effectLst/>
                <a:latin typeface="Times New Roman" panose="02020603050405020304" pitchFamily="18" charset="0"/>
                <a:cs typeface="Times New Roman" panose="02020603050405020304" pitchFamily="18" charset="0"/>
              </a:rPr>
              <a:t> != NULL)</a:t>
            </a:r>
          </a:p>
          <a:p>
            <a:r>
              <a:rPr lang="en-IN" sz="1600" b="0" i="0" dirty="0">
                <a:solidFill>
                  <a:srgbClr val="333333"/>
                </a:solidFill>
                <a:effectLst/>
                <a:latin typeface="Times New Roman" panose="02020603050405020304" pitchFamily="18" charset="0"/>
                <a:cs typeface="Times New Roman" panose="02020603050405020304" pitchFamily="18" charset="0"/>
              </a:rPr>
              <a:t>           </a:t>
            </a:r>
            <a:r>
              <a:rPr lang="en-IN" sz="1600" b="0" i="0" dirty="0" err="1">
                <a:solidFill>
                  <a:srgbClr val="333333"/>
                </a:solidFill>
                <a:effectLst/>
                <a:latin typeface="Times New Roman" panose="02020603050405020304" pitchFamily="18" charset="0"/>
                <a:cs typeface="Times New Roman" panose="02020603050405020304" pitchFamily="18" charset="0"/>
              </a:rPr>
              <a:t>printf</a:t>
            </a:r>
            <a:r>
              <a:rPr lang="en-IN" sz="1600" b="0" i="0" dirty="0">
                <a:solidFill>
                  <a:srgbClr val="333333"/>
                </a:solidFill>
                <a:effectLst/>
                <a:latin typeface="Times New Roman" panose="02020603050405020304" pitchFamily="18" charset="0"/>
                <a:cs typeface="Times New Roman" panose="02020603050405020304" pitchFamily="18" charset="0"/>
              </a:rPr>
              <a:t>("Memory created successfully\n");</a:t>
            </a:r>
          </a:p>
          <a:p>
            <a:r>
              <a:rPr lang="en-IN" sz="1600" b="0" i="0" dirty="0">
                <a:solidFill>
                  <a:srgbClr val="333333"/>
                </a:solidFill>
                <a:effectLst/>
                <a:latin typeface="Times New Roman" panose="02020603050405020304" pitchFamily="18" charset="0"/>
                <a:cs typeface="Times New Roman" panose="02020603050405020304" pitchFamily="18" charset="0"/>
              </a:rPr>
              <a:t>return 0;</a:t>
            </a:r>
          </a:p>
          <a:p>
            <a:r>
              <a:rPr lang="en-IN" sz="1600" b="0" i="0" dirty="0">
                <a:solidFill>
                  <a:srgbClr val="333333"/>
                </a:solidFill>
                <a:effectLst/>
                <a:latin typeface="Times New Roman" panose="02020603050405020304" pitchFamily="18" charset="0"/>
                <a:cs typeface="Times New Roman" panose="02020603050405020304" pitchFamily="18" charset="0"/>
              </a:rPr>
              <a:t>}</a:t>
            </a:r>
          </a:p>
          <a:p>
            <a:endParaRPr lang="en-IN" b="0" i="0" dirty="0">
              <a:solidFill>
                <a:srgbClr val="333333"/>
              </a:solidFill>
              <a:effectLst/>
              <a:latin typeface="Times New Roman" panose="02020603050405020304" pitchFamily="18" charset="0"/>
              <a:cs typeface="Times New Roman" panose="02020603050405020304" pitchFamily="18" charset="0"/>
            </a:endParaRPr>
          </a:p>
          <a:p>
            <a:endParaRPr lang="en-IN" dirty="0">
              <a:solidFill>
                <a:srgbClr val="333333"/>
              </a:solidFill>
              <a:latin typeface="Times New Roman" panose="02020603050405020304" pitchFamily="18" charset="0"/>
              <a:cs typeface="Times New Roman" panose="02020603050405020304" pitchFamily="18" charset="0"/>
            </a:endParaRPr>
          </a:p>
          <a:p>
            <a:endParaRPr lang="en-IN" b="0" i="0" dirty="0">
              <a:solidFill>
                <a:srgbClr val="333333"/>
              </a:solidFill>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EB36D7DD-30C7-FC19-DDD2-8D6E0E792AB9}"/>
              </a:ext>
            </a:extLst>
          </p:cNvPr>
          <p:cNvSpPr>
            <a:spLocks noGrp="1"/>
          </p:cNvSpPr>
          <p:nvPr>
            <p:ph type="title"/>
          </p:nvPr>
        </p:nvSpPr>
        <p:spPr/>
        <p:txBody>
          <a:bodyPr/>
          <a:lstStyle/>
          <a:p>
            <a:r>
              <a:rPr lang="en-IN" sz="4800" dirty="0">
                <a:latin typeface="Times New Roman" panose="02020603050405020304" pitchFamily="18" charset="0"/>
                <a:cs typeface="Times New Roman" panose="02020603050405020304" pitchFamily="18" charset="0"/>
              </a:rPr>
              <a:t>REALLOC</a:t>
            </a:r>
          </a:p>
        </p:txBody>
      </p:sp>
    </p:spTree>
    <p:extLst>
      <p:ext uri="{BB962C8B-B14F-4D97-AF65-F5344CB8AC3E}">
        <p14:creationId xmlns:p14="http://schemas.microsoft.com/office/powerpoint/2010/main" val="2767978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AF2EAF9-E976-26CA-4EE2-288AFEC2B301}"/>
              </a:ext>
            </a:extLst>
          </p:cNvPr>
          <p:cNvSpPr>
            <a:spLocks noGrp="1"/>
          </p:cNvSpPr>
          <p:nvPr>
            <p:ph type="body" sz="quarter" idx="10"/>
          </p:nvPr>
        </p:nvSpPr>
        <p:spPr>
          <a:xfrm>
            <a:off x="227348" y="883920"/>
            <a:ext cx="11700000" cy="5397633"/>
          </a:xfrm>
        </p:spPr>
        <p:txBody>
          <a:bodyPr/>
          <a:lstStyle/>
          <a:p>
            <a:pPr marL="342900" indent="-34290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The memory allocated using functions malloc() and </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 is not de-allocated on their own. </a:t>
            </a:r>
          </a:p>
          <a:p>
            <a:pPr marL="342900" indent="-34290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Free method in C is used to dynamically de-allocate the memory</a:t>
            </a:r>
          </a:p>
          <a:p>
            <a:pPr marL="342900" indent="-34290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Hence the free() method is used, whenever the dynamic memory allocation takes place.</a:t>
            </a:r>
          </a:p>
          <a:p>
            <a:pPr marL="342900" indent="-34290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It helps to reduce wastage of memory by freeing it.</a:t>
            </a:r>
          </a:p>
          <a:p>
            <a:pPr marL="342900" indent="-342900">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IN" dirty="0">
                <a:solidFill>
                  <a:schemeClr val="accent2"/>
                </a:solidFill>
                <a:latin typeface="Times New Roman" panose="02020603050405020304" pitchFamily="18" charset="0"/>
                <a:cs typeface="Times New Roman" panose="02020603050405020304" pitchFamily="18" charset="0"/>
              </a:rPr>
              <a:t>SYNTAX:</a:t>
            </a:r>
          </a:p>
          <a:p>
            <a:pPr marL="342900" indent="-34290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free(</a:t>
            </a:r>
            <a:r>
              <a:rPr lang="en-IN" dirty="0" err="1">
                <a:latin typeface="Times New Roman" panose="02020603050405020304" pitchFamily="18" charset="0"/>
                <a:cs typeface="Times New Roman" panose="02020603050405020304" pitchFamily="18" charset="0"/>
              </a:rPr>
              <a:t>ptr</a:t>
            </a:r>
            <a:r>
              <a:rPr lang="en-IN" dirty="0">
                <a:latin typeface="Times New Roman" panose="02020603050405020304" pitchFamily="18" charset="0"/>
                <a:cs typeface="Times New Roman" panose="02020603050405020304" pitchFamily="18" charset="0"/>
              </a:rPr>
              <a:t>);</a:t>
            </a:r>
          </a:p>
        </p:txBody>
      </p:sp>
      <p:sp>
        <p:nvSpPr>
          <p:cNvPr id="5" name="Title 4">
            <a:extLst>
              <a:ext uri="{FF2B5EF4-FFF2-40B4-BE49-F238E27FC236}">
                <a16:creationId xmlns:a16="http://schemas.microsoft.com/office/drawing/2014/main" id="{3304CC6F-6C07-9B43-4F94-8504AC148DCB}"/>
              </a:ext>
            </a:extLst>
          </p:cNvPr>
          <p:cNvSpPr>
            <a:spLocks noGrp="1"/>
          </p:cNvSpPr>
          <p:nvPr>
            <p:ph type="title"/>
          </p:nvPr>
        </p:nvSpPr>
        <p:spPr>
          <a:xfrm>
            <a:off x="227349" y="0"/>
            <a:ext cx="11125236" cy="883920"/>
          </a:xfrm>
        </p:spPr>
        <p:txBody>
          <a:bodyPr/>
          <a:lstStyle/>
          <a:p>
            <a:r>
              <a:rPr lang="en-IN" sz="4800" dirty="0">
                <a:latin typeface="Times New Roman" panose="02020603050405020304" pitchFamily="18" charset="0"/>
                <a:cs typeface="Times New Roman" panose="02020603050405020304" pitchFamily="18" charset="0"/>
              </a:rPr>
              <a:t>FREE</a:t>
            </a:r>
          </a:p>
        </p:txBody>
      </p:sp>
    </p:spTree>
    <p:extLst>
      <p:ext uri="{BB962C8B-B14F-4D97-AF65-F5344CB8AC3E}">
        <p14:creationId xmlns:p14="http://schemas.microsoft.com/office/powerpoint/2010/main" val="3987176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10958D3-39AE-4F1A-A850-5D131702AC3A}"/>
              </a:ext>
            </a:extLst>
          </p:cNvPr>
          <p:cNvSpPr>
            <a:spLocks noGrp="1"/>
          </p:cNvSpPr>
          <p:nvPr>
            <p:ph type="body" sz="quarter" idx="10"/>
          </p:nvPr>
        </p:nvSpPr>
        <p:spPr>
          <a:xfrm>
            <a:off x="164286" y="409092"/>
            <a:ext cx="11700000" cy="6039815"/>
          </a:xfrm>
        </p:spPr>
        <p:txBody>
          <a:bodyPr>
            <a:normAutofit fontScale="55000" lnSpcReduction="20000"/>
          </a:bodyPr>
          <a:lstStyle/>
          <a:p>
            <a:r>
              <a:rPr lang="en-IN" dirty="0">
                <a:latin typeface="Times New Roman" panose="02020603050405020304" pitchFamily="18" charset="0"/>
                <a:cs typeface="Times New Roman" panose="02020603050405020304" pitchFamily="18" charset="0"/>
              </a:rPr>
              <a:t>#include &lt;</a:t>
            </a:r>
            <a:r>
              <a:rPr lang="en-IN" dirty="0" err="1">
                <a:latin typeface="Times New Roman" panose="02020603050405020304" pitchFamily="18" charset="0"/>
                <a:cs typeface="Times New Roman" panose="02020603050405020304" pitchFamily="18" charset="0"/>
              </a:rPr>
              <a:t>stdio.h</a:t>
            </a:r>
            <a:r>
              <a:rPr lang="en-IN" dirty="0">
                <a:latin typeface="Times New Roman" panose="02020603050405020304" pitchFamily="18" charset="0"/>
                <a:cs typeface="Times New Roman" panose="02020603050405020304" pitchFamily="18" charset="0"/>
              </a:rPr>
              <a:t>&gt;</a:t>
            </a:r>
          </a:p>
          <a:p>
            <a:r>
              <a:rPr lang="en-IN" dirty="0">
                <a:latin typeface="Times New Roman" panose="02020603050405020304" pitchFamily="18" charset="0"/>
                <a:cs typeface="Times New Roman" panose="02020603050405020304" pitchFamily="18" charset="0"/>
              </a:rPr>
              <a:t>#include &lt;</a:t>
            </a:r>
            <a:r>
              <a:rPr lang="en-IN" dirty="0" err="1">
                <a:latin typeface="Times New Roman" panose="02020603050405020304" pitchFamily="18" charset="0"/>
                <a:cs typeface="Times New Roman" panose="02020603050405020304" pitchFamily="18" charset="0"/>
              </a:rPr>
              <a:t>stdlib.h</a:t>
            </a:r>
            <a:r>
              <a:rPr lang="en-IN" dirty="0">
                <a:latin typeface="Times New Roman" panose="02020603050405020304" pitchFamily="18" charset="0"/>
                <a:cs typeface="Times New Roman" panose="02020603050405020304" pitchFamily="18" charset="0"/>
              </a:rPr>
              <a:t>&gt;</a:t>
            </a:r>
          </a:p>
          <a:p>
            <a:r>
              <a:rPr lang="en-IN" dirty="0">
                <a:latin typeface="Times New Roman" panose="02020603050405020304" pitchFamily="18" charset="0"/>
                <a:cs typeface="Times New Roman" panose="02020603050405020304" pitchFamily="18" charset="0"/>
              </a:rPr>
              <a:t>int main() {</a:t>
            </a:r>
          </a:p>
          <a:p>
            <a:r>
              <a:rPr lang="en-IN" dirty="0">
                <a:latin typeface="Times New Roman" panose="02020603050405020304" pitchFamily="18" charset="0"/>
                <a:cs typeface="Times New Roman" panose="02020603050405020304" pitchFamily="18" charset="0"/>
              </a:rPr>
              <a:t>    int *ptr1, *ptr2, *ptr3;                                                                              </a:t>
            </a:r>
          </a:p>
          <a:p>
            <a:r>
              <a:rPr lang="en-IN" dirty="0">
                <a:latin typeface="Times New Roman" panose="02020603050405020304" pitchFamily="18" charset="0"/>
                <a:cs typeface="Times New Roman" panose="02020603050405020304" pitchFamily="18" charset="0"/>
              </a:rPr>
              <a:t>    int n = 5;</a:t>
            </a:r>
          </a:p>
          <a:p>
            <a:r>
              <a:rPr lang="en-IN" dirty="0">
                <a:latin typeface="Times New Roman" panose="02020603050405020304" pitchFamily="18" charset="0"/>
                <a:cs typeface="Times New Roman" panose="02020603050405020304" pitchFamily="18" charset="0"/>
              </a:rPr>
              <a:t>//20 bytes of memory is allocated using malloc              </a:t>
            </a:r>
          </a:p>
          <a:p>
            <a:r>
              <a:rPr lang="en-IN" dirty="0">
                <a:latin typeface="Times New Roman" panose="02020603050405020304" pitchFamily="18" charset="0"/>
                <a:cs typeface="Times New Roman" panose="02020603050405020304" pitchFamily="18" charset="0"/>
              </a:rPr>
              <a:t>    ptr1 = (int *)malloc(n * </a:t>
            </a:r>
            <a:r>
              <a:rPr lang="en-IN" dirty="0" err="1">
                <a:latin typeface="Times New Roman" panose="02020603050405020304" pitchFamily="18" charset="0"/>
                <a:cs typeface="Times New Roman" panose="02020603050405020304" pitchFamily="18" charset="0"/>
              </a:rPr>
              <a:t>sizeof</a:t>
            </a:r>
            <a:r>
              <a:rPr lang="en-IN" dirty="0">
                <a:latin typeface="Times New Roman" panose="02020603050405020304" pitchFamily="18" charset="0"/>
                <a:cs typeface="Times New Roman" panose="02020603050405020304" pitchFamily="18" charset="0"/>
              </a:rPr>
              <a:t>(int));                                                                     </a:t>
            </a:r>
          </a:p>
          <a:p>
            <a:r>
              <a:rPr lang="en-IN" dirty="0">
                <a:latin typeface="Times New Roman" panose="02020603050405020304" pitchFamily="18" charset="0"/>
                <a:cs typeface="Times New Roman" panose="02020603050405020304" pitchFamily="18" charset="0"/>
              </a:rPr>
              <a:t>    if (ptr1 == NULL)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("Memory allocation failed using malloc.\n");</a:t>
            </a:r>
          </a:p>
          <a:p>
            <a:r>
              <a:rPr lang="en-IN" dirty="0">
                <a:latin typeface="Times New Roman" panose="02020603050405020304" pitchFamily="18" charset="0"/>
                <a:cs typeface="Times New Roman" panose="02020603050405020304" pitchFamily="18" charset="0"/>
              </a:rPr>
              <a:t>        return 1;</a:t>
            </a:r>
          </a:p>
          <a:p>
            <a:r>
              <a:rPr lang="en-IN" dirty="0">
                <a:latin typeface="Times New Roman" panose="02020603050405020304" pitchFamily="18" charset="0"/>
                <a:cs typeface="Times New Roman" panose="02020603050405020304" pitchFamily="18" charset="0"/>
              </a:rPr>
              <a:t>    }</a:t>
            </a:r>
          </a:p>
          <a:p>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("Memory allocated successfully using malloc for %d integers.\n", n);               </a:t>
            </a:r>
          </a:p>
          <a:p>
            <a:r>
              <a:rPr lang="en-IN" dirty="0">
                <a:latin typeface="Times New Roman" panose="02020603050405020304" pitchFamily="18" charset="0"/>
                <a:cs typeface="Times New Roman" panose="02020603050405020304" pitchFamily="18" charset="0"/>
              </a:rPr>
              <a:t>// Allocate memory using </a:t>
            </a:r>
            <a:r>
              <a:rPr lang="en-IN" dirty="0" err="1">
                <a:latin typeface="Times New Roman" panose="02020603050405020304" pitchFamily="18" charset="0"/>
                <a:cs typeface="Times New Roman" panose="02020603050405020304" pitchFamily="18" charset="0"/>
              </a:rPr>
              <a:t>calloc</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ptr2 = (int *)</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(n, </a:t>
            </a:r>
            <a:r>
              <a:rPr lang="en-IN" dirty="0" err="1">
                <a:latin typeface="Times New Roman" panose="02020603050405020304" pitchFamily="18" charset="0"/>
                <a:cs typeface="Times New Roman" panose="02020603050405020304" pitchFamily="18" charset="0"/>
              </a:rPr>
              <a:t>sizeof</a:t>
            </a:r>
            <a:r>
              <a:rPr lang="en-IN" dirty="0">
                <a:latin typeface="Times New Roman" panose="02020603050405020304" pitchFamily="18" charset="0"/>
                <a:cs typeface="Times New Roman" panose="02020603050405020304" pitchFamily="18" charset="0"/>
              </a:rPr>
              <a:t>(int));</a:t>
            </a:r>
          </a:p>
          <a:p>
            <a:r>
              <a:rPr lang="en-IN" dirty="0">
                <a:latin typeface="Times New Roman" panose="02020603050405020304" pitchFamily="18" charset="0"/>
                <a:cs typeface="Times New Roman" panose="02020603050405020304" pitchFamily="18" charset="0"/>
              </a:rPr>
              <a:t>    if (ptr2 == NULL)</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("Memory allocation failed using </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.\n");</a:t>
            </a:r>
          </a:p>
          <a:p>
            <a:r>
              <a:rPr lang="en-IN" dirty="0">
                <a:latin typeface="Times New Roman" panose="02020603050405020304" pitchFamily="18" charset="0"/>
                <a:cs typeface="Times New Roman" panose="02020603050405020304" pitchFamily="18" charset="0"/>
              </a:rPr>
              <a:t>        return 1;</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("Memory allocated successfully using </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 for %d integers.\n", n);</a:t>
            </a:r>
          </a:p>
          <a:p>
            <a:r>
              <a:rPr lang="en-IN" dirty="0">
                <a:latin typeface="Times New Roman" panose="02020603050405020304" pitchFamily="18" charset="0"/>
                <a:cs typeface="Times New Roman" panose="02020603050405020304" pitchFamily="18" charset="0"/>
              </a:rPr>
              <a:t> ptr3 = (int *)</a:t>
            </a:r>
            <a:r>
              <a:rPr lang="en-IN" dirty="0" err="1">
                <a:latin typeface="Times New Roman" panose="02020603050405020304" pitchFamily="18" charset="0"/>
                <a:cs typeface="Times New Roman" panose="02020603050405020304" pitchFamily="18" charset="0"/>
              </a:rPr>
              <a:t>realloc</a:t>
            </a:r>
            <a:r>
              <a:rPr lang="en-IN" dirty="0">
                <a:latin typeface="Times New Roman" panose="02020603050405020304" pitchFamily="18" charset="0"/>
                <a:cs typeface="Times New Roman" panose="02020603050405020304" pitchFamily="18" charset="0"/>
              </a:rPr>
              <a:t>(ptr2, (n + 5) * </a:t>
            </a:r>
            <a:r>
              <a:rPr lang="en-IN" dirty="0" err="1">
                <a:latin typeface="Times New Roman" panose="02020603050405020304" pitchFamily="18" charset="0"/>
                <a:cs typeface="Times New Roman" panose="02020603050405020304" pitchFamily="18" charset="0"/>
              </a:rPr>
              <a:t>sizeof</a:t>
            </a:r>
            <a:r>
              <a:rPr lang="en-IN" dirty="0">
                <a:latin typeface="Times New Roman" panose="02020603050405020304" pitchFamily="18" charset="0"/>
                <a:cs typeface="Times New Roman" panose="02020603050405020304" pitchFamily="18" charset="0"/>
              </a:rPr>
              <a:t>(int));</a:t>
            </a:r>
          </a:p>
          <a:p>
            <a:r>
              <a:rPr lang="en-IN" dirty="0">
                <a:latin typeface="Times New Roman" panose="02020603050405020304" pitchFamily="18" charset="0"/>
                <a:cs typeface="Times New Roman" panose="02020603050405020304" pitchFamily="18" charset="0"/>
              </a:rPr>
              <a:t>    if (ptr3 == NULL)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("Memory reallocation failed using </a:t>
            </a:r>
            <a:r>
              <a:rPr lang="en-IN" dirty="0" err="1">
                <a:latin typeface="Times New Roman" panose="02020603050405020304" pitchFamily="18" charset="0"/>
                <a:cs typeface="Times New Roman" panose="02020603050405020304" pitchFamily="18" charset="0"/>
              </a:rPr>
              <a:t>realloc</a:t>
            </a:r>
            <a:r>
              <a:rPr lang="en-IN" dirty="0">
                <a:latin typeface="Times New Roman" panose="02020603050405020304" pitchFamily="18" charset="0"/>
                <a:cs typeface="Times New Roman" panose="02020603050405020304" pitchFamily="18" charset="0"/>
              </a:rPr>
              <a:t>.\n");</a:t>
            </a:r>
          </a:p>
          <a:p>
            <a:r>
              <a:rPr lang="en-IN" dirty="0">
                <a:latin typeface="Times New Roman" panose="02020603050405020304" pitchFamily="18" charset="0"/>
                <a:cs typeface="Times New Roman" panose="02020603050405020304" pitchFamily="18" charset="0"/>
              </a:rPr>
              <a:t>        return 1;</a:t>
            </a:r>
          </a:p>
          <a:p>
            <a:r>
              <a:rPr lang="en-IN" dirty="0">
                <a:latin typeface="Times New Roman" panose="02020603050405020304" pitchFamily="18" charset="0"/>
                <a:cs typeface="Times New Roman" panose="02020603050405020304" pitchFamily="18" charset="0"/>
              </a:rPr>
              <a:t>    }</a:t>
            </a:r>
          </a:p>
        </p:txBody>
      </p:sp>
      <p:graphicFrame>
        <p:nvGraphicFramePr>
          <p:cNvPr id="5" name="Table 5">
            <a:extLst>
              <a:ext uri="{FF2B5EF4-FFF2-40B4-BE49-F238E27FC236}">
                <a16:creationId xmlns:a16="http://schemas.microsoft.com/office/drawing/2014/main" id="{CB9E24D2-71A4-25C6-C688-291CC0487371}"/>
              </a:ext>
            </a:extLst>
          </p:cNvPr>
          <p:cNvGraphicFramePr>
            <a:graphicFrameLocks noGrp="1"/>
          </p:cNvGraphicFramePr>
          <p:nvPr>
            <p:extLst>
              <p:ext uri="{D42A27DB-BD31-4B8C-83A1-F6EECF244321}">
                <p14:modId xmlns:p14="http://schemas.microsoft.com/office/powerpoint/2010/main" val="1929302295"/>
              </p:ext>
            </p:extLst>
          </p:nvPr>
        </p:nvGraphicFramePr>
        <p:xfrm>
          <a:off x="6768663" y="719665"/>
          <a:ext cx="3647089" cy="4861328"/>
        </p:xfrm>
        <a:graphic>
          <a:graphicData uri="http://schemas.openxmlformats.org/drawingml/2006/table">
            <a:tbl>
              <a:tblPr firstRow="1" bandRow="1">
                <a:tableStyleId>{073A0DAA-6AF3-43AB-8588-CEC1D06C72B9}</a:tableStyleId>
              </a:tblPr>
              <a:tblGrid>
                <a:gridCol w="3647089">
                  <a:extLst>
                    <a:ext uri="{9D8B030D-6E8A-4147-A177-3AD203B41FA5}">
                      <a16:colId xmlns:a16="http://schemas.microsoft.com/office/drawing/2014/main" val="3201743453"/>
                    </a:ext>
                  </a:extLst>
                </a:gridCol>
              </a:tblGrid>
              <a:tr h="1215332">
                <a:tc>
                  <a:txBody>
                    <a:bodyPr/>
                    <a:lstStyle/>
                    <a:p>
                      <a:r>
                        <a:rPr lang="en-IN" b="0" dirty="0"/>
                        <a:t>malloc()</a:t>
                      </a:r>
                    </a:p>
                    <a:p>
                      <a:endParaRPr lang="en-IN" b="0" dirty="0"/>
                    </a:p>
                    <a:p>
                      <a:r>
                        <a:rPr lang="en-IN" b="0" dirty="0"/>
                        <a:t>7140   7143   7145    7147</a:t>
                      </a:r>
                    </a:p>
                  </a:txBody>
                  <a:tcPr/>
                </a:tc>
                <a:extLst>
                  <a:ext uri="{0D108BD9-81ED-4DB2-BD59-A6C34878D82A}">
                    <a16:rowId xmlns:a16="http://schemas.microsoft.com/office/drawing/2014/main" val="4193761696"/>
                  </a:ext>
                </a:extLst>
              </a:tr>
              <a:tr h="1215332">
                <a:tc>
                  <a:txBody>
                    <a:bodyPr/>
                    <a:lstStyle/>
                    <a:p>
                      <a:r>
                        <a:rPr lang="en-IN" dirty="0" err="1"/>
                        <a:t>calloc</a:t>
                      </a:r>
                      <a:r>
                        <a:rPr lang="en-IN" dirty="0"/>
                        <a:t>()</a:t>
                      </a:r>
                    </a:p>
                    <a:p>
                      <a:endParaRPr lang="en-IN" dirty="0"/>
                    </a:p>
                    <a:p>
                      <a:endParaRPr lang="en-IN" dirty="0"/>
                    </a:p>
                    <a:p>
                      <a:r>
                        <a:rPr lang="en-IN" dirty="0"/>
                        <a:t>0        0         0         0</a:t>
                      </a:r>
                    </a:p>
                  </a:txBody>
                  <a:tcPr/>
                </a:tc>
                <a:extLst>
                  <a:ext uri="{0D108BD9-81ED-4DB2-BD59-A6C34878D82A}">
                    <a16:rowId xmlns:a16="http://schemas.microsoft.com/office/drawing/2014/main" val="572826620"/>
                  </a:ext>
                </a:extLst>
              </a:tr>
              <a:tr h="1215332">
                <a:tc>
                  <a:txBody>
                    <a:bodyPr/>
                    <a:lstStyle/>
                    <a:p>
                      <a:r>
                        <a:rPr lang="en-IN" dirty="0" err="1"/>
                        <a:t>Realloc</a:t>
                      </a:r>
                      <a:r>
                        <a:rPr lang="en-IN" dirty="0"/>
                        <a:t>() init:5</a:t>
                      </a:r>
                    </a:p>
                    <a:p>
                      <a:r>
                        <a:rPr lang="en-IN" dirty="0"/>
                        <a:t>After </a:t>
                      </a:r>
                      <a:r>
                        <a:rPr lang="en-IN" dirty="0" err="1"/>
                        <a:t>realloc</a:t>
                      </a:r>
                      <a:r>
                        <a:rPr lang="en-IN" dirty="0"/>
                        <a:t>() 10</a:t>
                      </a:r>
                    </a:p>
                  </a:txBody>
                  <a:tcPr/>
                </a:tc>
                <a:extLst>
                  <a:ext uri="{0D108BD9-81ED-4DB2-BD59-A6C34878D82A}">
                    <a16:rowId xmlns:a16="http://schemas.microsoft.com/office/drawing/2014/main" val="2183361390"/>
                  </a:ext>
                </a:extLst>
              </a:tr>
              <a:tr h="1215332">
                <a:tc>
                  <a:txBody>
                    <a:bodyPr/>
                    <a:lstStyle/>
                    <a:p>
                      <a:r>
                        <a:rPr lang="en-IN" dirty="0"/>
                        <a:t>free</a:t>
                      </a:r>
                    </a:p>
                  </a:txBody>
                  <a:tcPr/>
                </a:tc>
                <a:extLst>
                  <a:ext uri="{0D108BD9-81ED-4DB2-BD59-A6C34878D82A}">
                    <a16:rowId xmlns:a16="http://schemas.microsoft.com/office/drawing/2014/main" val="313090817"/>
                  </a:ext>
                </a:extLst>
              </a:tr>
            </a:tbl>
          </a:graphicData>
        </a:graphic>
      </p:graphicFrame>
    </p:spTree>
    <p:extLst>
      <p:ext uri="{BB962C8B-B14F-4D97-AF65-F5344CB8AC3E}">
        <p14:creationId xmlns:p14="http://schemas.microsoft.com/office/powerpoint/2010/main" val="1497460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42807B9C-FA1C-CBAD-CE75-CCDEF999C192}"/>
              </a:ext>
            </a:extLst>
          </p:cNvPr>
          <p:cNvSpPr>
            <a:spLocks noGrp="1"/>
          </p:cNvSpPr>
          <p:nvPr>
            <p:ph type="body" sz="quarter" idx="10"/>
          </p:nvPr>
        </p:nvSpPr>
        <p:spPr>
          <a:xfrm>
            <a:off x="168275" y="179388"/>
            <a:ext cx="11758613" cy="6102350"/>
          </a:xfrm>
        </p:spPr>
        <p:txBody>
          <a:bodyPr>
            <a:normAutofit fontScale="92500" lnSpcReduction="10000"/>
          </a:bodyPr>
          <a:lstStyle/>
          <a:p>
            <a:r>
              <a:rPr lang="en-IN" dirty="0">
                <a:latin typeface="Times New Roman" panose="02020603050405020304" pitchFamily="18" charset="0"/>
                <a:cs typeface="Times New Roman" panose="02020603050405020304" pitchFamily="18" charset="0"/>
              </a:rPr>
              <a:t>*(ptr1+3)=77;</a:t>
            </a:r>
          </a:p>
          <a:p>
            <a:r>
              <a:rPr lang="en-IN" dirty="0">
                <a:latin typeface="Times New Roman" panose="02020603050405020304" pitchFamily="18" charset="0"/>
                <a:cs typeface="Times New Roman" panose="02020603050405020304" pitchFamily="18" charset="0"/>
              </a:rPr>
              <a:t>    *(ptr2+3)=77;</a:t>
            </a:r>
          </a:p>
          <a:p>
            <a:r>
              <a:rPr lang="en-IN" dirty="0">
                <a:latin typeface="Times New Roman" panose="02020603050405020304" pitchFamily="18" charset="0"/>
                <a:cs typeface="Times New Roman" panose="02020603050405020304" pitchFamily="18" charset="0"/>
              </a:rPr>
              <a:t>/Dynamically allocated memory values using </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for (int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 0;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&lt; n;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("%d\n",*(ptr2+i));</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//Dynamically allocated memory values using malloc()</a:t>
            </a:r>
          </a:p>
          <a:p>
            <a:r>
              <a:rPr lang="en-IN" dirty="0">
                <a:latin typeface="Times New Roman" panose="02020603050405020304" pitchFamily="18" charset="0"/>
                <a:cs typeface="Times New Roman" panose="02020603050405020304" pitchFamily="18" charset="0"/>
              </a:rPr>
              <a:t>    for (int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 0;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&lt; n;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("%d\n",*(ptr1+i));</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free(ptr1);</a:t>
            </a:r>
          </a:p>
          <a:p>
            <a:r>
              <a:rPr lang="en-IN" dirty="0">
                <a:latin typeface="Times New Roman" panose="02020603050405020304" pitchFamily="18" charset="0"/>
                <a:cs typeface="Times New Roman" panose="02020603050405020304" pitchFamily="18" charset="0"/>
              </a:rPr>
              <a:t>    free(ptr2);</a:t>
            </a:r>
          </a:p>
          <a:p>
            <a:r>
              <a:rPr lang="en-IN" dirty="0">
                <a:latin typeface="Times New Roman" panose="02020603050405020304" pitchFamily="18" charset="0"/>
                <a:cs typeface="Times New Roman" panose="02020603050405020304" pitchFamily="18" charset="0"/>
              </a:rPr>
              <a:t>    free(ptr3);</a:t>
            </a:r>
          </a:p>
          <a:p>
            <a:r>
              <a:rPr lang="en-IN" dirty="0">
                <a:latin typeface="Times New Roman" panose="02020603050405020304" pitchFamily="18" charset="0"/>
                <a:cs typeface="Times New Roman" panose="02020603050405020304" pitchFamily="18" charset="0"/>
              </a:rPr>
              <a:t>    return 0;</a:t>
            </a:r>
          </a:p>
          <a:p>
            <a:r>
              <a:rPr lang="en-IN" dirty="0">
                <a:latin typeface="Times New Roman" panose="02020603050405020304" pitchFamily="18" charset="0"/>
                <a:cs typeface="Times New Roman" panose="02020603050405020304" pitchFamily="18" charset="0"/>
              </a:rPr>
              <a:t>}</a:t>
            </a:r>
          </a:p>
        </p:txBody>
      </p:sp>
      <p:graphicFrame>
        <p:nvGraphicFramePr>
          <p:cNvPr id="11" name="Table 5">
            <a:extLst>
              <a:ext uri="{FF2B5EF4-FFF2-40B4-BE49-F238E27FC236}">
                <a16:creationId xmlns:a16="http://schemas.microsoft.com/office/drawing/2014/main" id="{6E73BCA7-CE74-16A9-3C62-518D376036F0}"/>
              </a:ext>
            </a:extLst>
          </p:cNvPr>
          <p:cNvGraphicFramePr>
            <a:graphicFrameLocks noGrp="1"/>
          </p:cNvGraphicFramePr>
          <p:nvPr>
            <p:extLst>
              <p:ext uri="{D42A27DB-BD31-4B8C-83A1-F6EECF244321}">
                <p14:modId xmlns:p14="http://schemas.microsoft.com/office/powerpoint/2010/main" val="731428598"/>
              </p:ext>
            </p:extLst>
          </p:nvPr>
        </p:nvGraphicFramePr>
        <p:xfrm>
          <a:off x="6558455" y="441434"/>
          <a:ext cx="4813738" cy="5840304"/>
        </p:xfrm>
        <a:graphic>
          <a:graphicData uri="http://schemas.openxmlformats.org/drawingml/2006/table">
            <a:tbl>
              <a:tblPr firstRow="1" bandRow="1">
                <a:tableStyleId>{073A0DAA-6AF3-43AB-8588-CEC1D06C72B9}</a:tableStyleId>
              </a:tblPr>
              <a:tblGrid>
                <a:gridCol w="4813738">
                  <a:extLst>
                    <a:ext uri="{9D8B030D-6E8A-4147-A177-3AD203B41FA5}">
                      <a16:colId xmlns:a16="http://schemas.microsoft.com/office/drawing/2014/main" val="3201743453"/>
                    </a:ext>
                  </a:extLst>
                </a:gridCol>
              </a:tblGrid>
              <a:tr h="1460076">
                <a:tc>
                  <a:txBody>
                    <a:bodyPr/>
                    <a:lstStyle/>
                    <a:p>
                      <a:r>
                        <a:rPr lang="en-IN" b="0" dirty="0"/>
                        <a:t>malloc()</a:t>
                      </a:r>
                    </a:p>
                    <a:p>
                      <a:endParaRPr lang="en-IN" b="0" dirty="0"/>
                    </a:p>
                    <a:p>
                      <a:r>
                        <a:rPr lang="en-IN" b="0" dirty="0"/>
                        <a:t>7140   7143   7145    77     7149</a:t>
                      </a:r>
                    </a:p>
                    <a:p>
                      <a:r>
                        <a:rPr lang="en-IN" b="0" dirty="0"/>
                        <a:t>                              </a:t>
                      </a:r>
                      <a:r>
                        <a:rPr lang="en-IN" b="0" dirty="0" err="1"/>
                        <a:t>arr</a:t>
                      </a:r>
                      <a:r>
                        <a:rPr lang="en-IN" b="0" dirty="0"/>
                        <a:t>[4]</a:t>
                      </a:r>
                    </a:p>
                  </a:txBody>
                  <a:tcPr/>
                </a:tc>
                <a:extLst>
                  <a:ext uri="{0D108BD9-81ED-4DB2-BD59-A6C34878D82A}">
                    <a16:rowId xmlns:a16="http://schemas.microsoft.com/office/drawing/2014/main" val="4193761696"/>
                  </a:ext>
                </a:extLst>
              </a:tr>
              <a:tr h="1460076">
                <a:tc>
                  <a:txBody>
                    <a:bodyPr/>
                    <a:lstStyle/>
                    <a:p>
                      <a:r>
                        <a:rPr lang="en-IN" dirty="0" err="1"/>
                        <a:t>calloc</a:t>
                      </a:r>
                      <a:r>
                        <a:rPr lang="en-IN" dirty="0"/>
                        <a:t>()</a:t>
                      </a:r>
                    </a:p>
                    <a:p>
                      <a:r>
                        <a:rPr lang="en-IN" dirty="0"/>
                        <a:t>0        0         0         77      0      </a:t>
                      </a:r>
                    </a:p>
                    <a:p>
                      <a:r>
                        <a:rPr lang="en-IN" dirty="0"/>
                        <a:t>                             </a:t>
                      </a:r>
                      <a:r>
                        <a:rPr lang="en-IN" b="0" dirty="0" err="1"/>
                        <a:t>arr</a:t>
                      </a:r>
                      <a:r>
                        <a:rPr lang="en-IN" b="0" dirty="0"/>
                        <a:t>[4]</a:t>
                      </a:r>
                      <a:endParaRPr lang="en-IN" dirty="0"/>
                    </a:p>
                  </a:txBody>
                  <a:tcPr/>
                </a:tc>
                <a:extLst>
                  <a:ext uri="{0D108BD9-81ED-4DB2-BD59-A6C34878D82A}">
                    <a16:rowId xmlns:a16="http://schemas.microsoft.com/office/drawing/2014/main" val="572826620"/>
                  </a:ext>
                </a:extLst>
              </a:tr>
              <a:tr h="1460076">
                <a:tc>
                  <a:txBody>
                    <a:bodyPr/>
                    <a:lstStyle/>
                    <a:p>
                      <a:r>
                        <a:rPr lang="en-IN" dirty="0" err="1"/>
                        <a:t>Realloc</a:t>
                      </a:r>
                      <a:r>
                        <a:rPr lang="en-IN" dirty="0"/>
                        <a:t>() init:5</a:t>
                      </a:r>
                    </a:p>
                    <a:p>
                      <a:r>
                        <a:rPr lang="en-IN" dirty="0"/>
                        <a:t>After </a:t>
                      </a:r>
                      <a:r>
                        <a:rPr lang="en-IN" dirty="0" err="1"/>
                        <a:t>realloc</a:t>
                      </a:r>
                      <a:r>
                        <a:rPr lang="en-IN" dirty="0"/>
                        <a:t>() 10</a:t>
                      </a:r>
                    </a:p>
                  </a:txBody>
                  <a:tcPr/>
                </a:tc>
                <a:extLst>
                  <a:ext uri="{0D108BD9-81ED-4DB2-BD59-A6C34878D82A}">
                    <a16:rowId xmlns:a16="http://schemas.microsoft.com/office/drawing/2014/main" val="2183361390"/>
                  </a:ext>
                </a:extLst>
              </a:tr>
              <a:tr h="1460076">
                <a:tc>
                  <a:txBody>
                    <a:bodyPr/>
                    <a:lstStyle/>
                    <a:p>
                      <a:r>
                        <a:rPr lang="en-IN" dirty="0"/>
                        <a:t>free</a:t>
                      </a:r>
                    </a:p>
                  </a:txBody>
                  <a:tcPr/>
                </a:tc>
                <a:extLst>
                  <a:ext uri="{0D108BD9-81ED-4DB2-BD59-A6C34878D82A}">
                    <a16:rowId xmlns:a16="http://schemas.microsoft.com/office/drawing/2014/main" val="313090817"/>
                  </a:ext>
                </a:extLst>
              </a:tr>
            </a:tbl>
          </a:graphicData>
        </a:graphic>
      </p:graphicFrame>
    </p:spTree>
    <p:extLst>
      <p:ext uri="{BB962C8B-B14F-4D97-AF65-F5344CB8AC3E}">
        <p14:creationId xmlns:p14="http://schemas.microsoft.com/office/powerpoint/2010/main" val="2576701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6AECDC-E6FF-4E69-49B5-964BD32CDC3E}"/>
              </a:ext>
            </a:extLst>
          </p:cNvPr>
          <p:cNvSpPr>
            <a:spLocks noGrp="1"/>
          </p:cNvSpPr>
          <p:nvPr>
            <p:ph type="body" sz="quarter" idx="11"/>
          </p:nvPr>
        </p:nvSpPr>
        <p:spPr>
          <a:xfrm>
            <a:off x="557048" y="3502732"/>
            <a:ext cx="7273159" cy="2058654"/>
          </a:xfrm>
        </p:spPr>
        <p:txBody>
          <a:bodyPr anchor="ctr">
            <a:normAutofit/>
          </a:bodyPr>
          <a:lstStyle/>
          <a:p>
            <a:r>
              <a:rPr lang="en-IN" sz="88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224669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Cover options">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_Capgemini-Engineering.pptx" id="{71036F69-CEE1-48F2-BE76-C6A2A2F53448}" vid="{EB1ED9C7-31C0-4F8C-9B19-DBDF5408FE8C}"/>
    </a:ext>
  </a:extLst>
</a:theme>
</file>

<file path=ppt/theme/theme2.xml><?xml version="1.0" encoding="utf-8"?>
<a:theme xmlns:a="http://schemas.openxmlformats.org/drawingml/2006/main" name="Capgemini Master">
  <a:themeElements>
    <a:clrScheme name="Capgemini Palette">
      <a:dk1>
        <a:sysClr val="windowText" lastClr="000000"/>
      </a:dk1>
      <a:lt1>
        <a:srgbClr val="FFFFFF"/>
      </a:lt1>
      <a:dk2>
        <a:srgbClr val="2B0A3D"/>
      </a:dk2>
      <a:lt2>
        <a:srgbClr val="ECECEC"/>
      </a:lt2>
      <a:accent1>
        <a:srgbClr val="0070AD"/>
      </a:accent1>
      <a:accent2>
        <a:srgbClr val="12ABDB"/>
      </a:accent2>
      <a:accent3>
        <a:srgbClr val="2B0A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_Capgemini-Engineering.pptx" id="{71036F69-CEE1-48F2-BE76-C6A2A2F53448}" vid="{001C0269-3E51-49E1-BB25-6F901D1A07A6}"/>
    </a:ext>
  </a:extLst>
</a:theme>
</file>

<file path=ppt/theme/theme3.xml><?xml version="1.0" encoding="utf-8"?>
<a:theme xmlns:a="http://schemas.openxmlformats.org/drawingml/2006/main" name="Section break">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_Capgemini-Engineering.pptx" id="{71036F69-CEE1-48F2-BE76-C6A2A2F53448}" vid="{DE0A1384-30BD-4DEF-8CAA-EF33444E2DFB}"/>
    </a:ext>
  </a:extLst>
</a:theme>
</file>

<file path=ppt/theme/theme4.xml><?xml version="1.0" encoding="utf-8"?>
<a:theme xmlns:a="http://schemas.openxmlformats.org/drawingml/2006/main" name="Final slides">
  <a:themeElements>
    <a:clrScheme name="Capgemini Palette">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_Capgemini-Engineering.pptx" id="{71036F69-CEE1-48F2-BE76-C6A2A2F53448}" vid="{0357D490-09F4-4BF3-A36E-1E482BDA9A20}"/>
    </a:ext>
  </a:extLst>
</a:theme>
</file>

<file path=docProps/app.xml><?xml version="1.0" encoding="utf-8"?>
<Properties xmlns="http://schemas.openxmlformats.org/officeDocument/2006/extended-properties" xmlns:vt="http://schemas.openxmlformats.org/officeDocument/2006/docPropsVTypes">
  <Template>template (1)</Template>
  <TotalTime>1700</TotalTime>
  <Words>1040</Words>
  <Application>Microsoft Office PowerPoint</Application>
  <PresentationFormat>Widescreen</PresentationFormat>
  <Paragraphs>152</Paragraphs>
  <Slides>11</Slides>
  <Notes>0</Notes>
  <HiddenSlides>0</HiddenSlides>
  <MMClips>0</MMClips>
  <ScaleCrop>false</ScaleCrop>
  <HeadingPairs>
    <vt:vector size="8" baseType="variant">
      <vt:variant>
        <vt:lpstr>Fonts Used</vt:lpstr>
      </vt:variant>
      <vt:variant>
        <vt:i4>5</vt:i4>
      </vt:variant>
      <vt:variant>
        <vt:lpstr>Theme</vt:lpstr>
      </vt:variant>
      <vt:variant>
        <vt:i4>4</vt:i4>
      </vt:variant>
      <vt:variant>
        <vt:lpstr>Embedded OLE Servers</vt:lpstr>
      </vt:variant>
      <vt:variant>
        <vt:i4>1</vt:i4>
      </vt:variant>
      <vt:variant>
        <vt:lpstr>Slide Titles</vt:lpstr>
      </vt:variant>
      <vt:variant>
        <vt:i4>11</vt:i4>
      </vt:variant>
    </vt:vector>
  </HeadingPairs>
  <TitlesOfParts>
    <vt:vector size="21" baseType="lpstr">
      <vt:lpstr>Arial</vt:lpstr>
      <vt:lpstr>Courier New</vt:lpstr>
      <vt:lpstr>Times New Roman</vt:lpstr>
      <vt:lpstr>Verdana</vt:lpstr>
      <vt:lpstr>Wingdings</vt:lpstr>
      <vt:lpstr>Cover options</vt:lpstr>
      <vt:lpstr>Capgemini Master</vt:lpstr>
      <vt:lpstr>Section break</vt:lpstr>
      <vt:lpstr>Final slides</vt:lpstr>
      <vt:lpstr>think-cell Slide</vt:lpstr>
      <vt:lpstr>                                                     Dynamic Memory Allocation                                     </vt:lpstr>
      <vt:lpstr>CONTENTS</vt:lpstr>
      <vt:lpstr>MEMORY ALLOCATION</vt:lpstr>
      <vt:lpstr>STATIC VS DYNAMIC</vt:lpstr>
      <vt:lpstr>DYNAMIC MEMORY ALLOCATION</vt:lpstr>
      <vt:lpstr>CALLOC</vt:lpstr>
      <vt:lpstr>REALLOC</vt:lpstr>
      <vt:lpstr>FREE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dc:title>
  <dc:creator>M.A, Mamatha</dc:creator>
  <cp:lastModifiedBy>Gari Navyasree, Nese Venkataiah</cp:lastModifiedBy>
  <cp:revision>5</cp:revision>
  <dcterms:created xsi:type="dcterms:W3CDTF">2023-02-08T04:43:10Z</dcterms:created>
  <dcterms:modified xsi:type="dcterms:W3CDTF">2024-03-20T21:28:54Z</dcterms:modified>
</cp:coreProperties>
</file>